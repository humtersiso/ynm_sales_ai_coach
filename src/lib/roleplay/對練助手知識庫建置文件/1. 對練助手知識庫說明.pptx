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6"/>
  </p:notesMasterIdLst>
  <p:sldIdLst>
    <p:sldId id="260" r:id="rId2"/>
    <p:sldId id="259" r:id="rId3"/>
    <p:sldId id="262" r:id="rId4"/>
    <p:sldId id="263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BFE13C-947B-40D2-8B85-4307EB20D4A0}" v="5" dt="2026-05-28T05:53:39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方心妤(總管理處)" userId="034e837e-c699-429f-b32f-0e4610b821f0" providerId="ADAL" clId="{A98B8ED2-038B-48D4-85BB-7C6590858EFF}"/>
    <pc:docChg chg="undo custSel addSld delSld modSld sldOrd">
      <pc:chgData name="方心妤(總管理處)" userId="034e837e-c699-429f-b32f-0e4610b821f0" providerId="ADAL" clId="{A98B8ED2-038B-48D4-85BB-7C6590858EFF}" dt="2026-05-28T05:54:45.206" v="248" actId="47"/>
      <pc:docMkLst>
        <pc:docMk/>
      </pc:docMkLst>
      <pc:sldChg chg="addSp delSp modSp mod ord modClrScheme chgLayout">
        <pc:chgData name="方心妤(總管理處)" userId="034e837e-c699-429f-b32f-0e4610b821f0" providerId="ADAL" clId="{A98B8ED2-038B-48D4-85BB-7C6590858EFF}" dt="2026-05-28T05:52:21.788" v="136"/>
        <pc:sldMkLst>
          <pc:docMk/>
          <pc:sldMk cId="0" sldId="259"/>
        </pc:sldMkLst>
        <pc:spChg chg="del">
          <ac:chgData name="方心妤(總管理處)" userId="034e837e-c699-429f-b32f-0e4610b821f0" providerId="ADAL" clId="{A98B8ED2-038B-48D4-85BB-7C6590858EFF}" dt="2026-05-28T02:49:51.750" v="8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49:55.613" v="9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49:55.613" v="9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49:55.613" v="9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49:55.613" v="9" actId="107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49:55.613" v="9" actId="107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49:55.613" v="9" actId="1076"/>
          <ac:spMkLst>
            <pc:docMk/>
            <pc:sldMk cId="0" sldId="259"/>
            <ac:spMk id="33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49:55.613" v="9" actId="1076"/>
          <ac:spMkLst>
            <pc:docMk/>
            <pc:sldMk cId="0" sldId="259"/>
            <ac:spMk id="34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49:55.613" v="9" actId="1076"/>
          <ac:spMkLst>
            <pc:docMk/>
            <pc:sldMk cId="0" sldId="259"/>
            <ac:spMk id="39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49:55.613" v="9" actId="1076"/>
          <ac:spMkLst>
            <pc:docMk/>
            <pc:sldMk cId="0" sldId="259"/>
            <ac:spMk id="40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49:55.613" v="9" actId="1076"/>
          <ac:spMkLst>
            <pc:docMk/>
            <pc:sldMk cId="0" sldId="259"/>
            <ac:spMk id="42" creationId="{00000000-0000-0000-0000-000000000000}"/>
          </ac:spMkLst>
        </pc:spChg>
        <pc:spChg chg="add del mod ord">
          <ac:chgData name="方心妤(總管理處)" userId="034e837e-c699-429f-b32f-0e4610b821f0" providerId="ADAL" clId="{A98B8ED2-038B-48D4-85BB-7C6590858EFF}" dt="2026-05-28T02:49:50.167" v="7" actId="20577"/>
          <ac:spMkLst>
            <pc:docMk/>
            <pc:sldMk cId="0" sldId="259"/>
            <ac:spMk id="44" creationId="{198B1797-A9B5-A069-CE86-EF849F9B4452}"/>
          </ac:spMkLst>
        </pc:spChg>
        <pc:spChg chg="add del mod ord">
          <ac:chgData name="方心妤(總管理處)" userId="034e837e-c699-429f-b32f-0e4610b821f0" providerId="ADAL" clId="{A98B8ED2-038B-48D4-85BB-7C6590858EFF}" dt="2026-05-28T02:49:42.394" v="3" actId="478"/>
          <ac:spMkLst>
            <pc:docMk/>
            <pc:sldMk cId="0" sldId="259"/>
            <ac:spMk id="45" creationId="{1ACADB87-9712-AEB6-FE7E-36CF237B85C4}"/>
          </ac:spMkLst>
        </pc:spChg>
      </pc:sldChg>
      <pc:sldChg chg="addSp delSp modSp mod modClrScheme chgLayout">
        <pc:chgData name="方心妤(總管理處)" userId="034e837e-c699-429f-b32f-0e4610b821f0" providerId="ADAL" clId="{A98B8ED2-038B-48D4-85BB-7C6590858EFF}" dt="2026-05-28T05:52:53.900" v="206" actId="20577"/>
        <pc:sldMkLst>
          <pc:docMk/>
          <pc:sldMk cId="0" sldId="260"/>
        </pc:sldMkLst>
        <pc:spChg chg="mod">
          <ac:chgData name="方心妤(總管理處)" userId="034e837e-c699-429f-b32f-0e4610b821f0" providerId="ADAL" clId="{A98B8ED2-038B-48D4-85BB-7C6590858EFF}" dt="2026-05-28T02:50:12.822" v="14" actId="21"/>
          <ac:spMkLst>
            <pc:docMk/>
            <pc:sldMk cId="0" sldId="260"/>
            <ac:spMk id="4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50:27.980" v="17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5:52:53.900" v="206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50:27.980" v="17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50:27.980" v="17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50:27.980" v="17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50:27.980" v="17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50:27.980" v="17" actId="107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50:27.980" v="17" actId="1076"/>
          <ac:spMkLst>
            <pc:docMk/>
            <pc:sldMk cId="0" sldId="260"/>
            <ac:spMk id="40" creationId="{8A4FD3BC-3B33-6A51-59D1-7BAE53533B5D}"/>
          </ac:spMkLst>
        </pc:spChg>
        <pc:spChg chg="mod">
          <ac:chgData name="方心妤(總管理處)" userId="034e837e-c699-429f-b32f-0e4610b821f0" providerId="ADAL" clId="{A98B8ED2-038B-48D4-85BB-7C6590858EFF}" dt="2026-05-28T02:50:27.980" v="17" actId="1076"/>
          <ac:spMkLst>
            <pc:docMk/>
            <pc:sldMk cId="0" sldId="260"/>
            <ac:spMk id="41" creationId="{31A5A1B4-718C-2A1B-D816-C715119EE59A}"/>
          </ac:spMkLst>
        </pc:spChg>
        <pc:spChg chg="mod">
          <ac:chgData name="方心妤(總管理處)" userId="034e837e-c699-429f-b32f-0e4610b821f0" providerId="ADAL" clId="{A98B8ED2-038B-48D4-85BB-7C6590858EFF}" dt="2026-05-28T02:50:27.980" v="17" actId="1076"/>
          <ac:spMkLst>
            <pc:docMk/>
            <pc:sldMk cId="0" sldId="260"/>
            <ac:spMk id="44" creationId="{5B570F84-4ADD-F691-94B8-925F96CECABD}"/>
          </ac:spMkLst>
        </pc:spChg>
        <pc:spChg chg="mod">
          <ac:chgData name="方心妤(總管理處)" userId="034e837e-c699-429f-b32f-0e4610b821f0" providerId="ADAL" clId="{A98B8ED2-038B-48D4-85BB-7C6590858EFF}" dt="2026-05-28T02:50:27.980" v="17" actId="1076"/>
          <ac:spMkLst>
            <pc:docMk/>
            <pc:sldMk cId="0" sldId="260"/>
            <ac:spMk id="46" creationId="{FA0E32AB-AFD7-A2B6-E6ED-FB3C480809BA}"/>
          </ac:spMkLst>
        </pc:spChg>
        <pc:spChg chg="add mod ord">
          <ac:chgData name="方心妤(總管理處)" userId="034e837e-c699-429f-b32f-0e4610b821f0" providerId="ADAL" clId="{A98B8ED2-038B-48D4-85BB-7C6590858EFF}" dt="2026-05-28T05:52:35.343" v="169" actId="20577"/>
          <ac:spMkLst>
            <pc:docMk/>
            <pc:sldMk cId="0" sldId="260"/>
            <ac:spMk id="48" creationId="{6736BE0F-70CB-BF64-E5E8-6B0FEDD3AC56}"/>
          </ac:spMkLst>
        </pc:spChg>
        <pc:spChg chg="add del mod ord">
          <ac:chgData name="方心妤(總管理處)" userId="034e837e-c699-429f-b32f-0e4610b821f0" providerId="ADAL" clId="{A98B8ED2-038B-48D4-85BB-7C6590858EFF}" dt="2026-05-28T02:50:03.933" v="11" actId="478"/>
          <ac:spMkLst>
            <pc:docMk/>
            <pc:sldMk cId="0" sldId="260"/>
            <ac:spMk id="49" creationId="{24B3F093-A361-0FE4-50EB-7D37735EA5AA}"/>
          </ac:spMkLst>
        </pc:spChg>
        <pc:spChg chg="add del mod ord">
          <ac:chgData name="方心妤(總管理處)" userId="034e837e-c699-429f-b32f-0e4610b821f0" providerId="ADAL" clId="{A98B8ED2-038B-48D4-85BB-7C6590858EFF}" dt="2026-05-28T02:50:10.925" v="13" actId="478"/>
          <ac:spMkLst>
            <pc:docMk/>
            <pc:sldMk cId="0" sldId="260"/>
            <ac:spMk id="50" creationId="{4993FCFE-89B7-B33D-305E-E40A9F091648}"/>
          </ac:spMkLst>
        </pc:spChg>
        <pc:spChg chg="add del mod ord">
          <ac:chgData name="方心妤(總管理處)" userId="034e837e-c699-429f-b32f-0e4610b821f0" providerId="ADAL" clId="{A98B8ED2-038B-48D4-85BB-7C6590858EFF}" dt="2026-05-28T02:50:08.919" v="12" actId="478"/>
          <ac:spMkLst>
            <pc:docMk/>
            <pc:sldMk cId="0" sldId="260"/>
            <ac:spMk id="51" creationId="{8F43447D-47B7-12F9-0C8A-FC564EA57771}"/>
          </ac:spMkLst>
        </pc:spChg>
      </pc:sldChg>
      <pc:sldChg chg="addSp delSp modSp mod modClrScheme chgLayout">
        <pc:chgData name="方心妤(總管理處)" userId="034e837e-c699-429f-b32f-0e4610b821f0" providerId="ADAL" clId="{A98B8ED2-038B-48D4-85BB-7C6590858EFF}" dt="2026-05-28T05:53:47.260" v="245" actId="20577"/>
        <pc:sldMkLst>
          <pc:docMk/>
          <pc:sldMk cId="0" sldId="262"/>
        </pc:sldMkLst>
        <pc:spChg chg="del">
          <ac:chgData name="方心妤(總管理處)" userId="034e837e-c699-429f-b32f-0e4610b821f0" providerId="ADAL" clId="{A98B8ED2-038B-48D4-85BB-7C6590858EFF}" dt="2026-05-28T02:50:35.669" v="18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方心妤(總管理處)" userId="034e837e-c699-429f-b32f-0e4610b821f0" providerId="ADAL" clId="{A98B8ED2-038B-48D4-85BB-7C6590858EFF}" dt="2026-05-28T02:50:54.016" v="25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51:50.462" v="32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51:50.462" v="32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3:15:39.114" v="53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51:50.462" v="32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5:53:47.260" v="245" actId="20577"/>
          <ac:spMkLst>
            <pc:docMk/>
            <pc:sldMk cId="0" sldId="262"/>
            <ac:spMk id="22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3:15:32.364" v="42" actId="20577"/>
          <ac:spMkLst>
            <pc:docMk/>
            <pc:sldMk cId="0" sldId="262"/>
            <ac:spMk id="26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5:53:24.348" v="222" actId="107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5:53:28.641" v="223" actId="108"/>
          <ac:spMkLst>
            <pc:docMk/>
            <pc:sldMk cId="0" sldId="262"/>
            <ac:spMk id="30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51:50.462" v="32" actId="1076"/>
          <ac:spMkLst>
            <pc:docMk/>
            <pc:sldMk cId="0" sldId="262"/>
            <ac:spMk id="35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5:53:13.344" v="220" actId="20577"/>
          <ac:spMkLst>
            <pc:docMk/>
            <pc:sldMk cId="0" sldId="262"/>
            <ac:spMk id="36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3:23:55.537" v="112" actId="1076"/>
          <ac:spMkLst>
            <pc:docMk/>
            <pc:sldMk cId="0" sldId="262"/>
            <ac:spMk id="41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3:24:13.860" v="114" actId="113"/>
          <ac:spMkLst>
            <pc:docMk/>
            <pc:sldMk cId="0" sldId="262"/>
            <ac:spMk id="42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51:50.462" v="32" actId="1076"/>
          <ac:spMkLst>
            <pc:docMk/>
            <pc:sldMk cId="0" sldId="262"/>
            <ac:spMk id="63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51:50.462" v="32" actId="1076"/>
          <ac:spMkLst>
            <pc:docMk/>
            <pc:sldMk cId="0" sldId="262"/>
            <ac:spMk id="73" creationId="{00000000-0000-0000-0000-000000000000}"/>
          </ac:spMkLst>
        </pc:spChg>
        <pc:spChg chg="add mod ord">
          <ac:chgData name="方心妤(總管理處)" userId="034e837e-c699-429f-b32f-0e4610b821f0" providerId="ADAL" clId="{A98B8ED2-038B-48D4-85BB-7C6590858EFF}" dt="2026-05-28T02:50:44.399" v="21"/>
          <ac:spMkLst>
            <pc:docMk/>
            <pc:sldMk cId="0" sldId="262"/>
            <ac:spMk id="75" creationId="{BE3AD9CD-43A0-1488-715B-A8B6B2E38CB5}"/>
          </ac:spMkLst>
        </pc:spChg>
        <pc:spChg chg="mod">
          <ac:chgData name="方心妤(總管理處)" userId="034e837e-c699-429f-b32f-0e4610b821f0" providerId="ADAL" clId="{A98B8ED2-038B-48D4-85BB-7C6590858EFF}" dt="2026-05-28T02:51:50.462" v="32" actId="1076"/>
          <ac:spMkLst>
            <pc:docMk/>
            <pc:sldMk cId="0" sldId="262"/>
            <ac:spMk id="76" creationId="{FCC54076-D201-74B7-F790-266B24D93FD1}"/>
          </ac:spMkLst>
        </pc:spChg>
        <pc:spChg chg="mod">
          <ac:chgData name="方心妤(總管理處)" userId="034e837e-c699-429f-b32f-0e4610b821f0" providerId="ADAL" clId="{A98B8ED2-038B-48D4-85BB-7C6590858EFF}" dt="2026-05-28T02:51:50.462" v="32" actId="1076"/>
          <ac:spMkLst>
            <pc:docMk/>
            <pc:sldMk cId="0" sldId="262"/>
            <ac:spMk id="79" creationId="{A973DB46-FCCC-ABDE-38CB-C6DAB0A05134}"/>
          </ac:spMkLst>
        </pc:spChg>
        <pc:spChg chg="mod">
          <ac:chgData name="方心妤(總管理處)" userId="034e837e-c699-429f-b32f-0e4610b821f0" providerId="ADAL" clId="{A98B8ED2-038B-48D4-85BB-7C6590858EFF}" dt="2026-05-28T02:51:50.462" v="32" actId="1076"/>
          <ac:spMkLst>
            <pc:docMk/>
            <pc:sldMk cId="0" sldId="262"/>
            <ac:spMk id="83" creationId="{A4CB2274-419D-0531-D4AF-03C9F9521673}"/>
          </ac:spMkLst>
        </pc:spChg>
        <pc:spChg chg="mod">
          <ac:chgData name="方心妤(總管理處)" userId="034e837e-c699-429f-b32f-0e4610b821f0" providerId="ADAL" clId="{A98B8ED2-038B-48D4-85BB-7C6590858EFF}" dt="2026-05-28T02:51:50.462" v="32" actId="1076"/>
          <ac:spMkLst>
            <pc:docMk/>
            <pc:sldMk cId="0" sldId="262"/>
            <ac:spMk id="85" creationId="{690F9950-1D9C-1149-4B06-A7AE19402B19}"/>
          </ac:spMkLst>
        </pc:spChg>
        <pc:spChg chg="add del mod ord">
          <ac:chgData name="方心妤(總管理處)" userId="034e837e-c699-429f-b32f-0e4610b821f0" providerId="ADAL" clId="{A98B8ED2-038B-48D4-85BB-7C6590858EFF}" dt="2026-05-28T02:50:47.713" v="22" actId="478"/>
          <ac:spMkLst>
            <pc:docMk/>
            <pc:sldMk cId="0" sldId="262"/>
            <ac:spMk id="86" creationId="{6EB9731F-AC4F-5FD5-BD2D-4EE1BB447C02}"/>
          </ac:spMkLst>
        </pc:spChg>
        <pc:spChg chg="add del mod ord">
          <ac:chgData name="方心妤(總管理處)" userId="034e837e-c699-429f-b32f-0e4610b821f0" providerId="ADAL" clId="{A98B8ED2-038B-48D4-85BB-7C6590858EFF}" dt="2026-05-28T02:50:52.053" v="24" actId="478"/>
          <ac:spMkLst>
            <pc:docMk/>
            <pc:sldMk cId="0" sldId="262"/>
            <ac:spMk id="87" creationId="{4BA7EEBD-3472-DFD9-2F03-731D9FF2C872}"/>
          </ac:spMkLst>
        </pc:spChg>
        <pc:spChg chg="add del mod ord">
          <ac:chgData name="方心妤(總管理處)" userId="034e837e-c699-429f-b32f-0e4610b821f0" providerId="ADAL" clId="{A98B8ED2-038B-48D4-85BB-7C6590858EFF}" dt="2026-05-28T02:50:49.631" v="23" actId="478"/>
          <ac:spMkLst>
            <pc:docMk/>
            <pc:sldMk cId="0" sldId="262"/>
            <ac:spMk id="88" creationId="{797D8601-3388-C346-612B-E0934880029C}"/>
          </ac:spMkLst>
        </pc:spChg>
      </pc:sldChg>
      <pc:sldChg chg="addSp delSp modSp mod modClrScheme chgLayout">
        <pc:chgData name="方心妤(總管理處)" userId="034e837e-c699-429f-b32f-0e4610b821f0" providerId="ADAL" clId="{A98B8ED2-038B-48D4-85BB-7C6590858EFF}" dt="2026-05-28T02:51:58.076" v="33" actId="14100"/>
        <pc:sldMkLst>
          <pc:docMk/>
          <pc:sldMk cId="0" sldId="263"/>
        </pc:sldMkLst>
        <pc:spChg chg="del">
          <ac:chgData name="方心妤(總管理處)" userId="034e837e-c699-429f-b32f-0e4610b821f0" providerId="ADAL" clId="{A98B8ED2-038B-48D4-85BB-7C6590858EFF}" dt="2026-05-28T02:51:10.078" v="28" actId="478"/>
          <ac:spMkLst>
            <pc:docMk/>
            <pc:sldMk cId="0" sldId="263"/>
            <ac:spMk id="2" creationId="{00000000-0000-0000-0000-000000000000}"/>
          </ac:spMkLst>
        </pc:spChg>
        <pc:spChg chg="del">
          <ac:chgData name="方心妤(總管理處)" userId="034e837e-c699-429f-b32f-0e4610b821f0" providerId="ADAL" clId="{A98B8ED2-038B-48D4-85BB-7C6590858EFF}" dt="2026-05-28T02:51:11.877" v="29" actId="478"/>
          <ac:spMkLst>
            <pc:docMk/>
            <pc:sldMk cId="0" sldId="263"/>
            <ac:spMk id="3" creationId="{00000000-0000-0000-0000-000000000000}"/>
          </ac:spMkLst>
        </pc:spChg>
        <pc:spChg chg="mod">
          <ac:chgData name="方心妤(總管理處)" userId="034e837e-c699-429f-b32f-0e4610b821f0" providerId="ADAL" clId="{A98B8ED2-038B-48D4-85BB-7C6590858EFF}" dt="2026-05-28T02:51:58.076" v="33" actId="14100"/>
          <ac:spMkLst>
            <pc:docMk/>
            <pc:sldMk cId="0" sldId="263"/>
            <ac:spMk id="18" creationId="{00000000-0000-0000-0000-000000000000}"/>
          </ac:spMkLst>
        </pc:spChg>
        <pc:spChg chg="add mod ord">
          <ac:chgData name="方心妤(總管理處)" userId="034e837e-c699-429f-b32f-0e4610b821f0" providerId="ADAL" clId="{A98B8ED2-038B-48D4-85BB-7C6590858EFF}" dt="2026-05-28T02:51:16.790" v="30"/>
          <ac:spMkLst>
            <pc:docMk/>
            <pc:sldMk cId="0" sldId="263"/>
            <ac:spMk id="53" creationId="{B4F23BBB-94B8-866A-7532-362FF700B943}"/>
          </ac:spMkLst>
        </pc:spChg>
        <pc:spChg chg="add del mod ord">
          <ac:chgData name="方心妤(總管理處)" userId="034e837e-c699-429f-b32f-0e4610b821f0" providerId="ADAL" clId="{A98B8ED2-038B-48D4-85BB-7C6590858EFF}" dt="2026-05-28T02:51:08.143" v="27" actId="478"/>
          <ac:spMkLst>
            <pc:docMk/>
            <pc:sldMk cId="0" sldId="263"/>
            <ac:spMk id="54" creationId="{983F0D62-CFA8-CFB8-005C-939A6AD37756}"/>
          </ac:spMkLst>
        </pc:spChg>
      </pc:sldChg>
      <pc:sldChg chg="addSp delSp modSp new del mod">
        <pc:chgData name="方心妤(總管理處)" userId="034e837e-c699-429f-b32f-0e4610b821f0" providerId="ADAL" clId="{A98B8ED2-038B-48D4-85BB-7C6590858EFF}" dt="2026-05-28T05:54:11.596" v="246" actId="47"/>
        <pc:sldMkLst>
          <pc:docMk/>
          <pc:sldMk cId="435617026" sldId="264"/>
        </pc:sldMkLst>
        <pc:spChg chg="mod">
          <ac:chgData name="方心妤(總管理處)" userId="034e837e-c699-429f-b32f-0e4610b821f0" providerId="ADAL" clId="{A98B8ED2-038B-48D4-85BB-7C6590858EFF}" dt="2026-05-28T04:04:19.263" v="131" actId="20577"/>
          <ac:spMkLst>
            <pc:docMk/>
            <pc:sldMk cId="435617026" sldId="264"/>
            <ac:spMk id="2" creationId="{189FB141-A906-8B56-8EAF-A15BC7BD8961}"/>
          </ac:spMkLst>
        </pc:spChg>
        <pc:spChg chg="del">
          <ac:chgData name="方心妤(總管理處)" userId="034e837e-c699-429f-b32f-0e4610b821f0" providerId="ADAL" clId="{A98B8ED2-038B-48D4-85BB-7C6590858EFF}" dt="2026-05-28T04:04:22.027" v="132" actId="478"/>
          <ac:spMkLst>
            <pc:docMk/>
            <pc:sldMk cId="435617026" sldId="264"/>
            <ac:spMk id="3" creationId="{06719FD9-3C1D-CDD1-64AF-62A97ECFD536}"/>
          </ac:spMkLst>
        </pc:spChg>
        <pc:spChg chg="add mod">
          <ac:chgData name="方心妤(總管理處)" userId="034e837e-c699-429f-b32f-0e4610b821f0" providerId="ADAL" clId="{A98B8ED2-038B-48D4-85BB-7C6590858EFF}" dt="2026-05-28T04:04:24.980" v="134" actId="1076"/>
          <ac:spMkLst>
            <pc:docMk/>
            <pc:sldMk cId="435617026" sldId="264"/>
            <ac:spMk id="5" creationId="{01529194-57E1-9D91-378A-45A06C152912}"/>
          </ac:spMkLst>
        </pc:spChg>
      </pc:sldChg>
      <pc:sldChg chg="new del mod chgLayout">
        <pc:chgData name="方心妤(總管理處)" userId="034e837e-c699-429f-b32f-0e4610b821f0" providerId="ADAL" clId="{A98B8ED2-038B-48D4-85BB-7C6590858EFF}" dt="2026-05-28T02:51:35.270" v="31" actId="47"/>
        <pc:sldMkLst>
          <pc:docMk/>
          <pc:sldMk cId="1102926976" sldId="264"/>
        </pc:sldMkLst>
      </pc:sldChg>
      <pc:sldChg chg="new del">
        <pc:chgData name="方心妤(總管理處)" userId="034e837e-c699-429f-b32f-0e4610b821f0" providerId="ADAL" clId="{A98B8ED2-038B-48D4-85BB-7C6590858EFF}" dt="2026-05-28T05:54:45.206" v="248" actId="47"/>
        <pc:sldMkLst>
          <pc:docMk/>
          <pc:sldMk cId="2756211886" sldId="264"/>
        </pc:sldMkLst>
      </pc:sldChg>
      <pc:sldMasterChg chg="delSldLayout">
        <pc:chgData name="方心妤(總管理處)" userId="034e837e-c699-429f-b32f-0e4610b821f0" providerId="ADAL" clId="{A98B8ED2-038B-48D4-85BB-7C6590858EFF}" dt="2026-05-28T02:51:35.270" v="31" actId="47"/>
        <pc:sldMasterMkLst>
          <pc:docMk/>
          <pc:sldMasterMk cId="1804938381" sldId="2147483677"/>
        </pc:sldMasterMkLst>
        <pc:sldLayoutChg chg="del">
          <pc:chgData name="方心妤(總管理處)" userId="034e837e-c699-429f-b32f-0e4610b821f0" providerId="ADAL" clId="{A98B8ED2-038B-48D4-85BB-7C6590858EFF}" dt="2026-05-28T02:51:35.270" v="31" actId="47"/>
          <pc:sldLayoutMkLst>
            <pc:docMk/>
            <pc:sldMasterMk cId="1804938381" sldId="2147483677"/>
            <pc:sldLayoutMk cId="2002502719" sldId="214748369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C9486-D878-47AD-8E76-CBA5225229D0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2E6B8-2BF6-46EC-9AED-11DCC38159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1552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151CC7D-632C-D148-83DB-595DC78DB6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3FEA73E-9A56-9A1C-93E1-ED39791BEA47}"/>
              </a:ext>
            </a:extLst>
          </p:cNvPr>
          <p:cNvSpPr/>
          <p:nvPr/>
        </p:nvSpPr>
        <p:spPr>
          <a:xfrm>
            <a:off x="0" y="6120582"/>
            <a:ext cx="12191999" cy="737418"/>
          </a:xfrm>
          <a:prstGeom prst="rect">
            <a:avLst/>
          </a:prstGeom>
          <a:solidFill>
            <a:srgbClr val="ED01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1FAB8A7-3CA5-01C1-373C-9CF447C167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39" y="124774"/>
            <a:ext cx="3791258" cy="1454710"/>
          </a:xfrm>
          <a:prstGeom prst="rect">
            <a:avLst/>
          </a:prstGeom>
        </p:spPr>
      </p:pic>
      <p:pic>
        <p:nvPicPr>
          <p:cNvPr id="5" name="圖片 4" descr="一張含有 文字, 字型, 圖形, 平面設計 的圖片&#10;&#10;自動產生的描述">
            <a:extLst>
              <a:ext uri="{FF2B5EF4-FFF2-40B4-BE49-F238E27FC236}">
                <a16:creationId xmlns:a16="http://schemas.microsoft.com/office/drawing/2014/main" id="{70DA75C4-3EAE-86A7-BB8C-6390B1731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18" y="6069225"/>
            <a:ext cx="2025571" cy="82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73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F74560FE-3D17-6C44-A662-B319BE7058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3FEA73E-9A56-9A1C-93E1-ED39791BEA47}"/>
              </a:ext>
            </a:extLst>
          </p:cNvPr>
          <p:cNvSpPr/>
          <p:nvPr/>
        </p:nvSpPr>
        <p:spPr>
          <a:xfrm>
            <a:off x="0" y="6120582"/>
            <a:ext cx="12191999" cy="737418"/>
          </a:xfrm>
          <a:prstGeom prst="rect">
            <a:avLst/>
          </a:prstGeom>
          <a:solidFill>
            <a:srgbClr val="ED01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1FAB8A7-3CA5-01C1-373C-9CF447C167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39" y="124774"/>
            <a:ext cx="3791258" cy="1454710"/>
          </a:xfrm>
          <a:prstGeom prst="rect">
            <a:avLst/>
          </a:prstGeom>
        </p:spPr>
      </p:pic>
      <p:pic>
        <p:nvPicPr>
          <p:cNvPr id="10" name="圖片 9" descr="一張含有 文字, 字型, 圖形, 平面設計 的圖片&#10;&#10;自動產生的描述">
            <a:extLst>
              <a:ext uri="{FF2B5EF4-FFF2-40B4-BE49-F238E27FC236}">
                <a16:creationId xmlns:a16="http://schemas.microsoft.com/office/drawing/2014/main" id="{70DA75C4-3EAE-86A7-BB8C-6390B1731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18" y="6069225"/>
            <a:ext cx="2025571" cy="825198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1746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7B273968-CB29-C542-AC90-FBCE236955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52088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13899"/>
            <a:ext cx="10515600" cy="54591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0" hasCustomPrompt="1"/>
          </p:nvPr>
        </p:nvSpPr>
        <p:spPr>
          <a:xfrm>
            <a:off x="2333767" y="1404938"/>
            <a:ext cx="7524466" cy="4749800"/>
          </a:xfrm>
          <a:prstGeom prst="rect">
            <a:avLst/>
          </a:prstGeom>
        </p:spPr>
        <p:txBody>
          <a:bodyPr/>
          <a:lstStyle>
            <a:lvl1pPr marL="531813" indent="-531813">
              <a:buClr>
                <a:srgbClr val="ED0115"/>
              </a:buClr>
              <a:buFont typeface="+mj-lt"/>
              <a:buAutoNum type="alphaLcPeriod"/>
              <a:defRPr sz="32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685800" indent="-228600">
              <a:buFont typeface="Wingdings" panose="05000000000000000000" pitchFamily="2" charset="2"/>
              <a:buChar char="l"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1143000" indent="-228600">
              <a:buFont typeface="Wingdings" panose="05000000000000000000" pitchFamily="2" charset="2"/>
              <a:buChar char="l"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600200" indent="-228600">
              <a:buFont typeface="Wingdings" panose="05000000000000000000" pitchFamily="2" charset="2"/>
              <a:buChar char="l"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2057400" indent="-228600">
              <a:buFont typeface="Wingdings" panose="05000000000000000000" pitchFamily="2" charset="2"/>
              <a:buChar char="l"/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編輯母片文字樣式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343609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13899"/>
            <a:ext cx="10515600" cy="54591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0"/>
          </p:nvPr>
        </p:nvSpPr>
        <p:spPr>
          <a:xfrm>
            <a:off x="838200" y="1160463"/>
            <a:ext cx="10515600" cy="4636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內容版面配置區 8"/>
          <p:cNvSpPr>
            <a:spLocks noGrp="1"/>
          </p:cNvSpPr>
          <p:nvPr>
            <p:ph sz="quarter" idx="11"/>
          </p:nvPr>
        </p:nvSpPr>
        <p:spPr>
          <a:xfrm>
            <a:off x="838200" y="1815556"/>
            <a:ext cx="10515600" cy="4626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04288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13899"/>
            <a:ext cx="10515600" cy="54591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0"/>
          </p:nvPr>
        </p:nvSpPr>
        <p:spPr>
          <a:xfrm>
            <a:off x="838200" y="1160463"/>
            <a:ext cx="10515600" cy="4636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11"/>
          </p:nvPr>
        </p:nvSpPr>
        <p:spPr>
          <a:xfrm>
            <a:off x="838200" y="1924738"/>
            <a:ext cx="5030337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2" name="內容版面配置區 5"/>
          <p:cNvSpPr>
            <a:spLocks noGrp="1"/>
          </p:cNvSpPr>
          <p:nvPr>
            <p:ph sz="quarter" idx="12"/>
          </p:nvPr>
        </p:nvSpPr>
        <p:spPr>
          <a:xfrm>
            <a:off x="6324600" y="1924738"/>
            <a:ext cx="5030337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7953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13899"/>
            <a:ext cx="10515600" cy="54591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內容版面配置區 8"/>
          <p:cNvSpPr>
            <a:spLocks noGrp="1"/>
          </p:cNvSpPr>
          <p:nvPr>
            <p:ph sz="quarter" idx="10"/>
          </p:nvPr>
        </p:nvSpPr>
        <p:spPr>
          <a:xfrm>
            <a:off x="838200" y="1160463"/>
            <a:ext cx="10515600" cy="4636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20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77475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13899"/>
            <a:ext cx="10515600" cy="54591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381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感謝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7B273968-CB29-C542-AC90-FBCE236955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6776D41-3A4C-02D4-A0F5-D324CA8E91F1}"/>
              </a:ext>
            </a:extLst>
          </p:cNvPr>
          <p:cNvSpPr txBox="1"/>
          <p:nvPr/>
        </p:nvSpPr>
        <p:spPr>
          <a:xfrm>
            <a:off x="3663462" y="2916283"/>
            <a:ext cx="486507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zh-TW" altLang="en-US" sz="30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Segoe UI"/>
              </a:rPr>
              <a:t>感謝</a:t>
            </a:r>
            <a:r>
              <a:rPr lang="en-US" sz="30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Segoe UI"/>
              </a:rPr>
              <a:t>​</a:t>
            </a:r>
          </a:p>
          <a:p>
            <a:pPr algn="ctr" rtl="0"/>
            <a:r>
              <a:rPr lang="en-US" altLang="zh-TW" sz="30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Segoe UI"/>
              </a:rPr>
              <a:t>Thanks</a:t>
            </a:r>
            <a:endParaRPr lang="zh-TW" altLang="en-US" sz="30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9967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151CC7D-632C-D148-83DB-595DC78DB6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3FEA73E-9A56-9A1C-93E1-ED39791BEA47}"/>
              </a:ext>
            </a:extLst>
          </p:cNvPr>
          <p:cNvSpPr/>
          <p:nvPr/>
        </p:nvSpPr>
        <p:spPr>
          <a:xfrm>
            <a:off x="0" y="6120582"/>
            <a:ext cx="12191999" cy="737418"/>
          </a:xfrm>
          <a:prstGeom prst="rect">
            <a:avLst/>
          </a:prstGeom>
          <a:solidFill>
            <a:srgbClr val="ED01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1FAB8A7-3CA5-01C1-373C-9CF447C167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39" y="124774"/>
            <a:ext cx="3791258" cy="1454710"/>
          </a:xfrm>
          <a:prstGeom prst="rect">
            <a:avLst/>
          </a:prstGeom>
        </p:spPr>
      </p:pic>
      <p:pic>
        <p:nvPicPr>
          <p:cNvPr id="5" name="圖片 4" descr="一張含有 文字, 字型, 圖形, 平面設計 的圖片&#10;&#10;自動產生的描述">
            <a:extLst>
              <a:ext uri="{FF2B5EF4-FFF2-40B4-BE49-F238E27FC236}">
                <a16:creationId xmlns:a16="http://schemas.microsoft.com/office/drawing/2014/main" id="{70DA75C4-3EAE-86A7-BB8C-6390B1731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18" y="6069225"/>
            <a:ext cx="2025571" cy="82519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3FEA73E-9A56-9A1C-93E1-ED39791BEA47}"/>
              </a:ext>
            </a:extLst>
          </p:cNvPr>
          <p:cNvSpPr/>
          <p:nvPr/>
        </p:nvSpPr>
        <p:spPr>
          <a:xfrm>
            <a:off x="0" y="6120582"/>
            <a:ext cx="12191999" cy="737418"/>
          </a:xfrm>
          <a:prstGeom prst="rect">
            <a:avLst/>
          </a:prstGeom>
          <a:solidFill>
            <a:srgbClr val="ED01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FAB8A7-3CA5-01C1-373C-9CF447C167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39" y="124774"/>
            <a:ext cx="3791258" cy="1454710"/>
          </a:xfrm>
          <a:prstGeom prst="rect">
            <a:avLst/>
          </a:prstGeom>
        </p:spPr>
      </p:pic>
      <p:pic>
        <p:nvPicPr>
          <p:cNvPr id="9" name="圖片 8" descr="一張含有 文字, 字型, 圖形, 平面設計 的圖片&#10;&#10;自動產生的描述">
            <a:extLst>
              <a:ext uri="{FF2B5EF4-FFF2-40B4-BE49-F238E27FC236}">
                <a16:creationId xmlns:a16="http://schemas.microsoft.com/office/drawing/2014/main" id="{70DA75C4-3EAE-86A7-BB8C-6390B1731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18" y="6069225"/>
            <a:ext cx="2025571" cy="825198"/>
          </a:xfrm>
          <a:prstGeom prst="rect">
            <a:avLst/>
          </a:prstGeom>
        </p:spPr>
      </p:pic>
      <p:sp>
        <p:nvSpPr>
          <p:cNvPr id="11" name="標題 10"/>
          <p:cNvSpPr>
            <a:spLocks noGrp="1"/>
          </p:cNvSpPr>
          <p:nvPr>
            <p:ph type="title" hasCustomPrompt="1"/>
          </p:nvPr>
        </p:nvSpPr>
        <p:spPr>
          <a:xfrm>
            <a:off x="914774" y="1952922"/>
            <a:ext cx="5181226" cy="160436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5400" dirty="0"/>
              <a:t>封面子標題</a:t>
            </a:r>
            <a:br>
              <a:rPr lang="en-US" altLang="zh-TW" sz="5400" dirty="0"/>
            </a:br>
            <a:r>
              <a:rPr lang="zh-TW" altLang="en-US" dirty="0"/>
              <a:t>封面主標題</a:t>
            </a:r>
          </a:p>
        </p:txBody>
      </p:sp>
      <p:sp>
        <p:nvSpPr>
          <p:cNvPr id="16" name="標題 10"/>
          <p:cNvSpPr txBox="1">
            <a:spLocks/>
          </p:cNvSpPr>
          <p:nvPr/>
        </p:nvSpPr>
        <p:spPr>
          <a:xfrm>
            <a:off x="6767218" y="6341184"/>
            <a:ext cx="5181226" cy="3566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US" altLang="zh-TW" sz="1800" b="0" dirty="0">
                <a:solidFill>
                  <a:schemeClr val="bg1"/>
                </a:solidFill>
              </a:rPr>
              <a:t>2024.05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0" hasCustomPrompt="1"/>
          </p:nvPr>
        </p:nvSpPr>
        <p:spPr>
          <a:xfrm>
            <a:off x="914399" y="3557289"/>
            <a:ext cx="5181600" cy="441827"/>
          </a:xfrm>
        </p:spPr>
        <p:txBody>
          <a:bodyPr anchor="ctr"/>
          <a:lstStyle>
            <a:lvl1pPr marL="0" indent="0">
              <a:buNone/>
              <a:defRPr sz="2000"/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TW" altLang="en-US" dirty="0"/>
              <a:t>單位</a:t>
            </a:r>
            <a:r>
              <a:rPr lang="en-US" altLang="zh-TW" dirty="0"/>
              <a:t>/</a:t>
            </a:r>
            <a:r>
              <a:rPr lang="zh-TW" altLang="en-US" dirty="0"/>
              <a:t>部門</a:t>
            </a:r>
          </a:p>
        </p:txBody>
      </p:sp>
      <p:sp>
        <p:nvSpPr>
          <p:cNvPr id="17" name="文字版面配置區 1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3999117"/>
            <a:ext cx="5181599" cy="44931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>
              <a:lnSpc>
                <a:spcPct val="100000"/>
              </a:lnSpc>
            </a:pPr>
            <a:r>
              <a:rPr lang="zh-TW" altLang="en-US" sz="1800" b="0" dirty="0"/>
              <a:t>主講人</a:t>
            </a:r>
            <a:endParaRPr lang="en-US" altLang="zh-TW" sz="1800" b="0" dirty="0"/>
          </a:p>
        </p:txBody>
      </p:sp>
    </p:spTree>
    <p:extLst>
      <p:ext uri="{BB962C8B-B14F-4D97-AF65-F5344CB8AC3E}">
        <p14:creationId xmlns:p14="http://schemas.microsoft.com/office/powerpoint/2010/main" val="4016602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7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4730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8" name="投影片編號版面配置區 1"/>
          <p:cNvSpPr>
            <a:spLocks noGrp="1"/>
          </p:cNvSpPr>
          <p:nvPr>
            <p:ph type="sldNum" sz="quarter" idx="4"/>
          </p:nvPr>
        </p:nvSpPr>
        <p:spPr>
          <a:xfrm>
            <a:off x="11296650" y="240379"/>
            <a:ext cx="895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AF76082-BDA4-4EE1-875C-94BDE87338B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9519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668489D-65C7-426E-32D6-F38DFDFC7AB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775D81E-34F2-A7E3-4477-2E5CF64900E5}"/>
              </a:ext>
            </a:extLst>
          </p:cNvPr>
          <p:cNvSpPr/>
          <p:nvPr/>
        </p:nvSpPr>
        <p:spPr>
          <a:xfrm>
            <a:off x="0" y="6120582"/>
            <a:ext cx="12191999" cy="737418"/>
          </a:xfrm>
          <a:prstGeom prst="rect">
            <a:avLst/>
          </a:prstGeom>
          <a:solidFill>
            <a:srgbClr val="ED01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1637B20-73FE-BC3C-E2EB-36530F06B5D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39" y="124774"/>
            <a:ext cx="3791258" cy="1454710"/>
          </a:xfrm>
          <a:prstGeom prst="rect">
            <a:avLst/>
          </a:prstGeom>
        </p:spPr>
      </p:pic>
      <p:pic>
        <p:nvPicPr>
          <p:cNvPr id="5" name="圖片 4" descr="一張含有 文字, 字型, 圖形, 平面設計 的圖片&#10;&#10;自動產生的描述">
            <a:extLst>
              <a:ext uri="{FF2B5EF4-FFF2-40B4-BE49-F238E27FC236}">
                <a16:creationId xmlns:a16="http://schemas.microsoft.com/office/drawing/2014/main" id="{147B9812-B3F2-0978-939C-9170751D3A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418" y="6069225"/>
            <a:ext cx="2025571" cy="82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938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999744"/>
            <a:ext cx="1121664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487680" y="1432287"/>
            <a:ext cx="5425440" cy="46329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6" name="Text 4"/>
          <p:cNvSpPr/>
          <p:nvPr/>
        </p:nvSpPr>
        <p:spPr>
          <a:xfrm>
            <a:off x="560832" y="1432287"/>
            <a:ext cx="527913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業代視角（前台）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7680" y="1932159"/>
            <a:ext cx="542544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0" name="Shape 8"/>
          <p:cNvSpPr/>
          <p:nvPr/>
        </p:nvSpPr>
        <p:spPr>
          <a:xfrm>
            <a:off x="609600" y="2115039"/>
            <a:ext cx="463296" cy="463296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1" name="Text 9"/>
          <p:cNvSpPr/>
          <p:nvPr/>
        </p:nvSpPr>
        <p:spPr>
          <a:xfrm>
            <a:off x="609600" y="2115039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1194816" y="2005311"/>
            <a:ext cx="4584192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</a:t>
            </a:r>
            <a:r>
              <a:rPr lang="zh-TW" alt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對練情境與人物背景</a:t>
            </a:r>
            <a:endParaRPr lang="en-US" sz="1400" dirty="0"/>
          </a:p>
          <a:p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（X-TRAIL vs RAV4 HEV 油耗異議）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7680" y="2822175"/>
            <a:ext cx="5425440" cy="85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6" name="Shape 14"/>
          <p:cNvSpPr/>
          <p:nvPr/>
        </p:nvSpPr>
        <p:spPr>
          <a:xfrm>
            <a:off x="609600" y="3005055"/>
            <a:ext cx="463296" cy="463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7" name="Text 15"/>
          <p:cNvSpPr/>
          <p:nvPr/>
        </p:nvSpPr>
        <p:spPr>
          <a:xfrm>
            <a:off x="609600" y="3005055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1194816" y="2895327"/>
            <a:ext cx="4584192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 AI 客戶的第一句話，開始回應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7680" y="3712191"/>
            <a:ext cx="542544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2" name="Shape 20"/>
          <p:cNvSpPr/>
          <p:nvPr/>
        </p:nvSpPr>
        <p:spPr>
          <a:xfrm>
            <a:off x="609600" y="3895071"/>
            <a:ext cx="463296" cy="463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3" name="Text 21"/>
          <p:cNvSpPr/>
          <p:nvPr/>
        </p:nvSpPr>
        <p:spPr>
          <a:xfrm>
            <a:off x="609600" y="3895071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1194816" y="3785343"/>
            <a:ext cx="4584192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來回對話 3–5 輪，應對客戶各種反對意見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7680" y="4602207"/>
            <a:ext cx="5425440" cy="85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8" name="Shape 26"/>
          <p:cNvSpPr/>
          <p:nvPr/>
        </p:nvSpPr>
        <p:spPr>
          <a:xfrm>
            <a:off x="609600" y="4785087"/>
            <a:ext cx="463296" cy="463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9" name="Text 27"/>
          <p:cNvSpPr/>
          <p:nvPr/>
        </p:nvSpPr>
        <p:spPr>
          <a:xfrm>
            <a:off x="609600" y="4785087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1194816" y="4675359"/>
            <a:ext cx="4584192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達到設定輪數（例：5 輪），對練自動結束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7680" y="5492223"/>
            <a:ext cx="542544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4" name="Shape 32"/>
          <p:cNvSpPr/>
          <p:nvPr/>
        </p:nvSpPr>
        <p:spPr>
          <a:xfrm>
            <a:off x="609600" y="5675103"/>
            <a:ext cx="463296" cy="463296"/>
          </a:xfrm>
          <a:prstGeom prst="ellipse">
            <a:avLst/>
          </a:prstGeom>
          <a:solidFill>
            <a:srgbClr val="E87C00"/>
          </a:solidFill>
          <a:ln w="12700">
            <a:solidFill>
              <a:srgbClr val="E87C0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5" name="Text 33"/>
          <p:cNvSpPr/>
          <p:nvPr/>
        </p:nvSpPr>
        <p:spPr>
          <a:xfrm>
            <a:off x="609600" y="5675103"/>
            <a:ext cx="4632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67" dirty="0"/>
          </a:p>
        </p:txBody>
      </p:sp>
      <p:sp>
        <p:nvSpPr>
          <p:cNvPr id="36" name="Text 34"/>
          <p:cNvSpPr/>
          <p:nvPr/>
        </p:nvSpPr>
        <p:spPr>
          <a:xfrm>
            <a:off x="1194816" y="5565375"/>
            <a:ext cx="4584192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看到評分報告，了解哪裡做得好、哪裡要改</a:t>
            </a:r>
            <a:endParaRPr lang="en-US" sz="1400" dirty="0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8A4FD3BC-3B33-6A51-59D1-7BAE53533B5D}"/>
              </a:ext>
            </a:extLst>
          </p:cNvPr>
          <p:cNvSpPr/>
          <p:nvPr/>
        </p:nvSpPr>
        <p:spPr>
          <a:xfrm>
            <a:off x="6120384" y="1432287"/>
            <a:ext cx="5852160" cy="341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31A5A1B4-718C-2A1B-D816-C715119EE59A}"/>
              </a:ext>
            </a:extLst>
          </p:cNvPr>
          <p:cNvSpPr/>
          <p:nvPr/>
        </p:nvSpPr>
        <p:spPr>
          <a:xfrm>
            <a:off x="6120384" y="1432287"/>
            <a:ext cx="5852160" cy="536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7684FE85-EA3E-8887-3CBA-1EE4508485CC}"/>
              </a:ext>
            </a:extLst>
          </p:cNvPr>
          <p:cNvSpPr/>
          <p:nvPr/>
        </p:nvSpPr>
        <p:spPr>
          <a:xfrm>
            <a:off x="6266688" y="1432287"/>
            <a:ext cx="560832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有知識庫</a:t>
            </a:r>
            <a:endParaRPr lang="en-US" sz="1733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DC6975FF-CA08-D042-E557-2DEDABDE86E6}"/>
              </a:ext>
            </a:extLst>
          </p:cNvPr>
          <p:cNvSpPr/>
          <p:nvPr/>
        </p:nvSpPr>
        <p:spPr>
          <a:xfrm>
            <a:off x="6278880" y="2066271"/>
            <a:ext cx="55473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AI 客戶使用真實業代蒐集到的客戶語言</a:t>
            </a:r>
            <a:endParaRPr lang="en-US" sz="1533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5B570F84-4ADD-F691-94B8-925F96CECABD}"/>
              </a:ext>
            </a:extLst>
          </p:cNvPr>
          <p:cNvSpPr/>
          <p:nvPr/>
        </p:nvSpPr>
        <p:spPr>
          <a:xfrm>
            <a:off x="6278880" y="2749023"/>
            <a:ext cx="55473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評分依據每個情境設計的具體行為標準</a:t>
            </a:r>
            <a:endParaRPr lang="en-US" sz="1533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28DECFD9-2553-9A05-C36A-AC65F7F60D12}"/>
              </a:ext>
            </a:extLst>
          </p:cNvPr>
          <p:cNvSpPr/>
          <p:nvPr/>
        </p:nvSpPr>
        <p:spPr>
          <a:xfrm>
            <a:off x="6278880" y="3431775"/>
            <a:ext cx="55473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事實查核對應官方規格數據，精確到數字</a:t>
            </a:r>
            <a:endParaRPr lang="en-US" sz="1533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FA0E32AB-AFD7-A2B6-E6ED-FB3C480809BA}"/>
              </a:ext>
            </a:extLst>
          </p:cNvPr>
          <p:cNvSpPr/>
          <p:nvPr/>
        </p:nvSpPr>
        <p:spPr>
          <a:xfrm>
            <a:off x="6278880" y="4114527"/>
            <a:ext cx="55473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針對每個競品情境設計專屬反對語句組合</a:t>
            </a:r>
            <a:endParaRPr lang="en-US" sz="1533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617332C6-F205-49F7-ED1E-E82FD93620C3}"/>
              </a:ext>
            </a:extLst>
          </p:cNvPr>
          <p:cNvSpPr/>
          <p:nvPr/>
        </p:nvSpPr>
        <p:spPr>
          <a:xfrm>
            <a:off x="6120384" y="5148815"/>
            <a:ext cx="585216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知識庫的品質，直接決定對練的品質</a:t>
            </a:r>
            <a:endParaRPr lang="en-US" sz="2000" dirty="0"/>
          </a:p>
        </p:txBody>
      </p:sp>
      <p:sp>
        <p:nvSpPr>
          <p:cNvPr id="48" name="標題 47">
            <a:extLst>
              <a:ext uri="{FF2B5EF4-FFF2-40B4-BE49-F238E27FC236}">
                <a16:creationId xmlns:a16="http://schemas.microsoft.com/office/drawing/2014/main" id="{6736BE0F-70CB-BF64-E5E8-6B0FEDD3A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對練助手</a:t>
            </a:r>
            <a:r>
              <a:rPr lang="en-US" altLang="zh-TW" dirty="0"/>
              <a:t>_</a:t>
            </a:r>
            <a:r>
              <a:rPr lang="zh-TW" altLang="en-US" dirty="0"/>
              <a:t>使用者看到的流程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78443" y="1274249"/>
            <a:ext cx="1121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每個模組有明確的輸入、輸出與邊界——模組之間不互相假設對方的行為</a:t>
            </a:r>
            <a:endParaRPr lang="en-US" sz="1533" dirty="0"/>
          </a:p>
        </p:txBody>
      </p:sp>
      <p:sp>
        <p:nvSpPr>
          <p:cNvPr id="6" name="Shape 4"/>
          <p:cNvSpPr/>
          <p:nvPr/>
        </p:nvSpPr>
        <p:spPr>
          <a:xfrm>
            <a:off x="332139" y="1786313"/>
            <a:ext cx="3681984" cy="432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091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7" name="Shape 5"/>
          <p:cNvSpPr/>
          <p:nvPr/>
        </p:nvSpPr>
        <p:spPr>
          <a:xfrm>
            <a:off x="332139" y="1786313"/>
            <a:ext cx="3681984" cy="731520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8" name="Text 6"/>
          <p:cNvSpPr/>
          <p:nvPr/>
        </p:nvSpPr>
        <p:spPr>
          <a:xfrm>
            <a:off x="454059" y="1810697"/>
            <a:ext cx="3438144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scenario_generation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4059" y="2115497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情境生成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478443" y="2639753"/>
            <a:ext cx="3389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60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觸發時機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8443" y="2932361"/>
            <a:ext cx="338937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業代點擊「開始對練」時，執行一次</a:t>
            </a:r>
            <a:endParaRPr lang="en-US" sz="1267" dirty="0"/>
          </a:p>
        </p:txBody>
      </p:sp>
      <p:sp>
        <p:nvSpPr>
          <p:cNvPr id="12" name="Text 10"/>
          <p:cNvSpPr/>
          <p:nvPr/>
        </p:nvSpPr>
        <p:spPr>
          <a:xfrm>
            <a:off x="478443" y="3639497"/>
            <a:ext cx="3389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60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↘ 輸入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443" y="3932105"/>
            <a:ext cx="338937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知識庫中的：客戶背景設定、客戶常見反對話語、話術策略方向</a:t>
            </a:r>
            <a:endParaRPr lang="en-US" sz="1267" dirty="0"/>
          </a:p>
        </p:txBody>
      </p:sp>
      <p:sp>
        <p:nvSpPr>
          <p:cNvPr id="14" name="Text 12"/>
          <p:cNvSpPr/>
          <p:nvPr/>
        </p:nvSpPr>
        <p:spPr>
          <a:xfrm>
            <a:off x="478443" y="4639241"/>
            <a:ext cx="3389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60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↗ 輸出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8443" y="4931849"/>
            <a:ext cx="338937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對練情境包：虛擬客戶身份、競品車型設定、對話開場白、反對語句組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332139" y="5687753"/>
            <a:ext cx="3681984" cy="426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7" name="Text 15"/>
          <p:cNvSpPr/>
          <p:nvPr/>
        </p:nvSpPr>
        <p:spPr>
          <a:xfrm>
            <a:off x="454059" y="5699945"/>
            <a:ext cx="3438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 不進行對話、不評分、不知道正確答案是什麼</a:t>
            </a:r>
            <a:endParaRPr lang="en-US" sz="1133" dirty="0"/>
          </a:p>
        </p:txBody>
      </p:sp>
      <p:sp>
        <p:nvSpPr>
          <p:cNvPr id="18" name="Text 16"/>
          <p:cNvSpPr/>
          <p:nvPr/>
        </p:nvSpPr>
        <p:spPr>
          <a:xfrm>
            <a:off x="4014123" y="3249353"/>
            <a:ext cx="243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67" dirty="0"/>
          </a:p>
        </p:txBody>
      </p:sp>
      <p:sp>
        <p:nvSpPr>
          <p:cNvPr id="19" name="Shape 17"/>
          <p:cNvSpPr/>
          <p:nvPr/>
        </p:nvSpPr>
        <p:spPr>
          <a:xfrm>
            <a:off x="4257963" y="1786313"/>
            <a:ext cx="3681984" cy="432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20" name="Shape 18"/>
          <p:cNvSpPr/>
          <p:nvPr/>
        </p:nvSpPr>
        <p:spPr>
          <a:xfrm>
            <a:off x="4257963" y="1786313"/>
            <a:ext cx="368198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1" name="Text 19"/>
          <p:cNvSpPr/>
          <p:nvPr/>
        </p:nvSpPr>
        <p:spPr>
          <a:xfrm>
            <a:off x="4379883" y="1810697"/>
            <a:ext cx="3438144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actor_roleplay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79883" y="2115497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客戶扮演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4404267" y="2639753"/>
            <a:ext cx="3389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觸發時機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04267" y="2932361"/>
            <a:ext cx="338937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每一輪對話，業代說話後執行</a:t>
            </a:r>
            <a:endParaRPr lang="en-US" sz="1267" dirty="0"/>
          </a:p>
        </p:txBody>
      </p:sp>
      <p:sp>
        <p:nvSpPr>
          <p:cNvPr id="25" name="Text 23"/>
          <p:cNvSpPr/>
          <p:nvPr/>
        </p:nvSpPr>
        <p:spPr>
          <a:xfrm>
            <a:off x="4404267" y="3639497"/>
            <a:ext cx="3389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↘ 輸入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04267" y="3932105"/>
            <a:ext cx="338937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對練情境包 ＋ 業代這輪說的話</a:t>
            </a:r>
            <a:endParaRPr lang="en-US" sz="1267" dirty="0"/>
          </a:p>
        </p:txBody>
      </p:sp>
      <p:sp>
        <p:nvSpPr>
          <p:cNvPr id="27" name="Text 25"/>
          <p:cNvSpPr/>
          <p:nvPr/>
        </p:nvSpPr>
        <p:spPr>
          <a:xfrm>
            <a:off x="4404267" y="4639241"/>
            <a:ext cx="3389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D94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↗ 輸出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04267" y="4931849"/>
            <a:ext cx="338937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客戶的下一句回應，並判斷：繼續追問 / 結束對練（達到設定輪數上限自動結束）</a:t>
            </a:r>
            <a:endParaRPr lang="en-US" sz="1267" dirty="0"/>
          </a:p>
        </p:txBody>
      </p:sp>
      <p:sp>
        <p:nvSpPr>
          <p:cNvPr id="29" name="Shape 27"/>
          <p:cNvSpPr/>
          <p:nvPr/>
        </p:nvSpPr>
        <p:spPr>
          <a:xfrm>
            <a:off x="4257963" y="5687753"/>
            <a:ext cx="3681984" cy="426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0" name="Text 28"/>
          <p:cNvSpPr/>
          <p:nvPr/>
        </p:nvSpPr>
        <p:spPr>
          <a:xfrm>
            <a:off x="4379883" y="5699945"/>
            <a:ext cx="3438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 不知道正確話術是什麼、不評分、不查核事實</a:t>
            </a:r>
            <a:endParaRPr lang="en-US" sz="1133" dirty="0"/>
          </a:p>
        </p:txBody>
      </p:sp>
      <p:sp>
        <p:nvSpPr>
          <p:cNvPr id="31" name="Text 29"/>
          <p:cNvSpPr/>
          <p:nvPr/>
        </p:nvSpPr>
        <p:spPr>
          <a:xfrm>
            <a:off x="7939947" y="3249353"/>
            <a:ext cx="243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67" dirty="0"/>
          </a:p>
        </p:txBody>
      </p:sp>
      <p:sp>
        <p:nvSpPr>
          <p:cNvPr id="32" name="Shape 30"/>
          <p:cNvSpPr/>
          <p:nvPr/>
        </p:nvSpPr>
        <p:spPr>
          <a:xfrm>
            <a:off x="8183787" y="1786313"/>
            <a:ext cx="3681984" cy="4328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33" name="Shape 31"/>
          <p:cNvSpPr/>
          <p:nvPr/>
        </p:nvSpPr>
        <p:spPr>
          <a:xfrm>
            <a:off x="8183787" y="1786313"/>
            <a:ext cx="3681984" cy="731520"/>
          </a:xfrm>
          <a:prstGeom prst="rect">
            <a:avLst/>
          </a:prstGeom>
          <a:solidFill>
            <a:srgbClr val="E87C00"/>
          </a:solidFill>
          <a:ln w="12700">
            <a:solidFill>
              <a:srgbClr val="E87C0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4" name="Text 32"/>
          <p:cNvSpPr/>
          <p:nvPr/>
        </p:nvSpPr>
        <p:spPr>
          <a:xfrm>
            <a:off x="8305707" y="1810697"/>
            <a:ext cx="3438144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grader_feedback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05707" y="2115497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評分回饋</a:t>
            </a:r>
            <a:endParaRPr lang="en-US" sz="1867" dirty="0"/>
          </a:p>
        </p:txBody>
      </p:sp>
      <p:sp>
        <p:nvSpPr>
          <p:cNvPr id="36" name="Text 34"/>
          <p:cNvSpPr/>
          <p:nvPr/>
        </p:nvSpPr>
        <p:spPr>
          <a:xfrm>
            <a:off x="8330091" y="2639753"/>
            <a:ext cx="3389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觸發時機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30091" y="2932361"/>
            <a:ext cx="338937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對練結束後，執行一次</a:t>
            </a:r>
            <a:endParaRPr lang="en-US" sz="1267" dirty="0"/>
          </a:p>
        </p:txBody>
      </p:sp>
      <p:sp>
        <p:nvSpPr>
          <p:cNvPr id="38" name="Text 36"/>
          <p:cNvSpPr/>
          <p:nvPr/>
        </p:nvSpPr>
        <p:spPr>
          <a:xfrm>
            <a:off x="8330091" y="3639497"/>
            <a:ext cx="3389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↘ 輸入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30091" y="3932105"/>
            <a:ext cx="338937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完整對話記錄 ＋ 官方規格查核依據 ＋ 各情境評分行為標準</a:t>
            </a:r>
            <a:endParaRPr lang="en-US" sz="1267" dirty="0"/>
          </a:p>
        </p:txBody>
      </p:sp>
      <p:sp>
        <p:nvSpPr>
          <p:cNvPr id="40" name="Text 38"/>
          <p:cNvSpPr/>
          <p:nvPr/>
        </p:nvSpPr>
        <p:spPr>
          <a:xfrm>
            <a:off x="8330091" y="4639241"/>
            <a:ext cx="3389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↗ 輸出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30091" y="4931849"/>
            <a:ext cx="3389376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評分報告：總分、五個維度分析、事實查核結果、改善建議</a:t>
            </a:r>
            <a:endParaRPr lang="en-US" sz="1267" dirty="0"/>
          </a:p>
        </p:txBody>
      </p:sp>
      <p:sp>
        <p:nvSpPr>
          <p:cNvPr id="42" name="Shape 40"/>
          <p:cNvSpPr/>
          <p:nvPr/>
        </p:nvSpPr>
        <p:spPr>
          <a:xfrm>
            <a:off x="8183787" y="5687753"/>
            <a:ext cx="3681984" cy="426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3" name="Text 41"/>
          <p:cNvSpPr/>
          <p:nvPr/>
        </p:nvSpPr>
        <p:spPr>
          <a:xfrm>
            <a:off x="8305707" y="5699945"/>
            <a:ext cx="3438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 不重播對話、不中途介入、不自行生成數字</a:t>
            </a:r>
            <a:endParaRPr lang="en-US" sz="1133" dirty="0"/>
          </a:p>
        </p:txBody>
      </p:sp>
      <p:sp>
        <p:nvSpPr>
          <p:cNvPr id="44" name="標題 43">
            <a:extLst>
              <a:ext uri="{FF2B5EF4-FFF2-40B4-BE49-F238E27FC236}">
                <a16:creationId xmlns:a16="http://schemas.microsoft.com/office/drawing/2014/main" id="{198B1797-A9B5-A069-CE86-EF849F9B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對練助手由三個獨立模組組成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999744"/>
            <a:ext cx="1121664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 err="1">
                <a:solidFill>
                  <a:srgbClr val="1A2E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知識庫的</a:t>
            </a:r>
            <a:r>
              <a:rPr lang="zh-TW" altLang="en-US" sz="2933" b="1" dirty="0">
                <a:solidFill>
                  <a:srgbClr val="1A2E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</a:t>
            </a:r>
            <a:r>
              <a:rPr lang="en-US" sz="2933" b="1" dirty="0" err="1">
                <a:solidFill>
                  <a:srgbClr val="1A2E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個區塊，分別在哪個模組被讀取</a:t>
            </a:r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487680" y="1560576"/>
            <a:ext cx="1950720" cy="321869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6" name="Text 4"/>
          <p:cNvSpPr/>
          <p:nvPr/>
        </p:nvSpPr>
        <p:spPr>
          <a:xfrm>
            <a:off x="548640" y="1560576"/>
            <a:ext cx="182880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KB Section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2438400" y="1560576"/>
            <a:ext cx="2255520" cy="321869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8" name="Text 6"/>
          <p:cNvSpPr/>
          <p:nvPr/>
        </p:nvSpPr>
        <p:spPr>
          <a:xfrm>
            <a:off x="2499360" y="1560576"/>
            <a:ext cx="213360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填寫者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4693920" y="1560576"/>
            <a:ext cx="2499360" cy="321869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0" name="Text 8"/>
          <p:cNvSpPr/>
          <p:nvPr/>
        </p:nvSpPr>
        <p:spPr>
          <a:xfrm>
            <a:off x="4754880" y="1560576"/>
            <a:ext cx="237744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alt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情境生成模組</a:t>
            </a:r>
          </a:p>
        </p:txBody>
      </p:sp>
      <p:sp>
        <p:nvSpPr>
          <p:cNvPr id="11" name="Shape 9"/>
          <p:cNvSpPr/>
          <p:nvPr/>
        </p:nvSpPr>
        <p:spPr>
          <a:xfrm>
            <a:off x="7193280" y="1560576"/>
            <a:ext cx="2133600" cy="32186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2" name="Text 10"/>
          <p:cNvSpPr/>
          <p:nvPr/>
        </p:nvSpPr>
        <p:spPr>
          <a:xfrm>
            <a:off x="7254240" y="1560576"/>
            <a:ext cx="20116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alt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客戶扮演模組</a:t>
            </a:r>
          </a:p>
        </p:txBody>
      </p:sp>
      <p:sp>
        <p:nvSpPr>
          <p:cNvPr id="13" name="Shape 11"/>
          <p:cNvSpPr/>
          <p:nvPr/>
        </p:nvSpPr>
        <p:spPr>
          <a:xfrm>
            <a:off x="9326880" y="1560576"/>
            <a:ext cx="2316480" cy="321869"/>
          </a:xfrm>
          <a:prstGeom prst="rect">
            <a:avLst/>
          </a:prstGeom>
          <a:solidFill>
            <a:srgbClr val="E87C00"/>
          </a:solidFill>
          <a:ln w="12700">
            <a:solidFill>
              <a:srgbClr val="E87C0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4" name="Text 12"/>
          <p:cNvSpPr/>
          <p:nvPr/>
        </p:nvSpPr>
        <p:spPr>
          <a:xfrm>
            <a:off x="9387840" y="1560576"/>
            <a:ext cx="219456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alt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評分模組</a:t>
            </a:r>
            <a:endParaRPr lang="en-US" altLang="zh-TW" sz="1267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2084832"/>
            <a:ext cx="1950720" cy="4345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6" name="Text 14"/>
          <p:cNvSpPr/>
          <p:nvPr/>
        </p:nvSpPr>
        <p:spPr>
          <a:xfrm>
            <a:off x="560832" y="2109216"/>
            <a:ext cx="1804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 </a:t>
            </a:r>
            <a:r>
              <a:rPr lang="zh-TW" altLang="en-US" sz="1467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對練</a:t>
            </a:r>
            <a:r>
              <a:rPr lang="en-US" sz="1467" b="1" dirty="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2438400" y="2084832"/>
            <a:ext cx="2255520" cy="4345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8" name="Text 16"/>
          <p:cNvSpPr/>
          <p:nvPr/>
        </p:nvSpPr>
        <p:spPr>
          <a:xfrm>
            <a:off x="2511552" y="2109216"/>
            <a:ext cx="2109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業務單位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4693920" y="2084832"/>
            <a:ext cx="2499360" cy="43452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0" name="Text 18"/>
          <p:cNvSpPr/>
          <p:nvPr/>
        </p:nvSpPr>
        <p:spPr>
          <a:xfrm>
            <a:off x="4767072" y="2109216"/>
            <a:ext cx="2353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主要輸入</a:t>
            </a:r>
            <a:endParaRPr lang="en-US" sz="1200" dirty="0"/>
          </a:p>
          <a:p>
            <a:pPr algn="ctr"/>
            <a:r>
              <a:rPr lang="en-US" sz="120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TW" alt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劇本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93280" y="2084832"/>
            <a:ext cx="2133600" cy="4345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2" name="Text 20"/>
          <p:cNvSpPr/>
          <p:nvPr/>
        </p:nvSpPr>
        <p:spPr>
          <a:xfrm>
            <a:off x="7266432" y="2109216"/>
            <a:ext cx="1987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TW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altLang="zh-TW" sz="120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主要輸入</a:t>
            </a:r>
            <a:endParaRPr lang="en-US" altLang="zh-TW" sz="1200" dirty="0"/>
          </a:p>
          <a:p>
            <a:pPr algn="ctr"/>
            <a:r>
              <a:rPr lang="zh-TW" altLang="en-US" sz="1200" b="1" dirty="0">
                <a:solidFill>
                  <a:srgbClr val="16A34A"/>
                </a:solidFill>
                <a:latin typeface="Calibri" pitchFamily="34" charset="0"/>
                <a:cs typeface="Calibri" pitchFamily="34" charset="-120"/>
              </a:rPr>
              <a:t>扮演腳本</a:t>
            </a:r>
            <a:endParaRPr lang="en-US" altLang="zh-TW" sz="1200" dirty="0"/>
          </a:p>
        </p:txBody>
      </p:sp>
      <p:sp>
        <p:nvSpPr>
          <p:cNvPr id="23" name="Shape 21"/>
          <p:cNvSpPr/>
          <p:nvPr/>
        </p:nvSpPr>
        <p:spPr>
          <a:xfrm>
            <a:off x="9326880" y="2084832"/>
            <a:ext cx="2316480" cy="4345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4" name="Text 22"/>
          <p:cNvSpPr/>
          <p:nvPr/>
        </p:nvSpPr>
        <p:spPr>
          <a:xfrm>
            <a:off x="9400032" y="2109216"/>
            <a:ext cx="2170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7680" y="2767584"/>
            <a:ext cx="195072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6" name="Text 24"/>
          <p:cNvSpPr/>
          <p:nvPr/>
        </p:nvSpPr>
        <p:spPr>
          <a:xfrm>
            <a:off x="560832" y="2791968"/>
            <a:ext cx="1804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 </a:t>
            </a:r>
            <a:r>
              <a:rPr lang="zh-TW" altLang="en-US" sz="1467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</a:t>
            </a:r>
            <a:r>
              <a:rPr lang="en-US" sz="1467" b="1" dirty="0" err="1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話語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2438400" y="2767584"/>
            <a:ext cx="225552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8" name="Text 26"/>
          <p:cNvSpPr/>
          <p:nvPr/>
        </p:nvSpPr>
        <p:spPr>
          <a:xfrm>
            <a:off x="2511552" y="2791968"/>
            <a:ext cx="2109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 err="1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業務單位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4693920" y="2767584"/>
            <a:ext cx="2499360" cy="43452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0" name="Text 28"/>
          <p:cNvSpPr/>
          <p:nvPr/>
        </p:nvSpPr>
        <p:spPr>
          <a:xfrm>
            <a:off x="4767072" y="2791968"/>
            <a:ext cx="2353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主要輸入</a:t>
            </a:r>
            <a:endParaRPr lang="en-US" sz="1200" dirty="0"/>
          </a:p>
          <a:p>
            <a:pPr algn="ctr"/>
            <a:r>
              <a:rPr lang="en-US" altLang="zh-TW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zh-TW" altLang="en-US" sz="1200" b="1" dirty="0">
                <a:solidFill>
                  <a:srgbClr val="16A34A"/>
                </a:solidFill>
                <a:latin typeface="Calibri" pitchFamily="34" charset="0"/>
                <a:cs typeface="Calibri" pitchFamily="34" charset="-120"/>
              </a:rPr>
              <a:t>如何扮演的背景資訊</a:t>
            </a:r>
            <a:endParaRPr lang="en-US" sz="1200" b="1" dirty="0">
              <a:solidFill>
                <a:srgbClr val="16A3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193280" y="2767584"/>
            <a:ext cx="213360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2" name="Text 30"/>
          <p:cNvSpPr/>
          <p:nvPr/>
        </p:nvSpPr>
        <p:spPr>
          <a:xfrm>
            <a:off x="7266432" y="2791968"/>
            <a:ext cx="1987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326880" y="2767584"/>
            <a:ext cx="231648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4" name="Text 32"/>
          <p:cNvSpPr/>
          <p:nvPr/>
        </p:nvSpPr>
        <p:spPr>
          <a:xfrm>
            <a:off x="9400032" y="2791968"/>
            <a:ext cx="2170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7680" y="3450336"/>
            <a:ext cx="1950720" cy="4345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6" name="Text 34"/>
          <p:cNvSpPr/>
          <p:nvPr/>
        </p:nvSpPr>
        <p:spPr>
          <a:xfrm>
            <a:off x="560832" y="3474720"/>
            <a:ext cx="1804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 </a:t>
            </a:r>
            <a:r>
              <a:rPr lang="zh-TW" altLang="en-US" sz="1467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佐證資料</a:t>
            </a:r>
            <a:endParaRPr lang="en-US" sz="1467" dirty="0"/>
          </a:p>
        </p:txBody>
      </p:sp>
      <p:sp>
        <p:nvSpPr>
          <p:cNvPr id="37" name="Shape 35"/>
          <p:cNvSpPr/>
          <p:nvPr/>
        </p:nvSpPr>
        <p:spPr>
          <a:xfrm>
            <a:off x="2438400" y="3450336"/>
            <a:ext cx="2255520" cy="4345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8" name="Text 36"/>
          <p:cNvSpPr/>
          <p:nvPr/>
        </p:nvSpPr>
        <p:spPr>
          <a:xfrm>
            <a:off x="2511552" y="3474720"/>
            <a:ext cx="2109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 err="1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業務單位</a:t>
            </a:r>
            <a:endParaRPr lang="en-US" sz="1333" dirty="0"/>
          </a:p>
        </p:txBody>
      </p:sp>
      <p:sp>
        <p:nvSpPr>
          <p:cNvPr id="39" name="Shape 37"/>
          <p:cNvSpPr/>
          <p:nvPr/>
        </p:nvSpPr>
        <p:spPr>
          <a:xfrm>
            <a:off x="4693920" y="3450336"/>
            <a:ext cx="2499360" cy="4345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0" name="Text 38"/>
          <p:cNvSpPr/>
          <p:nvPr/>
        </p:nvSpPr>
        <p:spPr>
          <a:xfrm>
            <a:off x="4767072" y="3474720"/>
            <a:ext cx="2353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193280" y="3450336"/>
            <a:ext cx="2133600" cy="4345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2" name="Text 40"/>
          <p:cNvSpPr/>
          <p:nvPr/>
        </p:nvSpPr>
        <p:spPr>
          <a:xfrm>
            <a:off x="7266432" y="3474720"/>
            <a:ext cx="1987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alt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主要輸入</a:t>
            </a:r>
          </a:p>
          <a:p>
            <a:pPr algn="ctr"/>
            <a:r>
              <a:rPr lang="zh-TW" alt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檢查事實來源</a:t>
            </a:r>
            <a:br>
              <a:rPr lang="zh-TW" alt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zh-TW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zh-TW" alt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產品規格</a:t>
            </a:r>
            <a:r>
              <a:rPr lang="en-US" altLang="zh-TW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zh-TW" alt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競品規格</a:t>
            </a:r>
            <a:r>
              <a:rPr lang="en-US" altLang="zh-TW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algn="ctr"/>
            <a:r>
              <a:rPr lang="en-US" sz="12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326880" y="3450336"/>
            <a:ext cx="2316480" cy="43452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4" name="Text 42"/>
          <p:cNvSpPr/>
          <p:nvPr/>
        </p:nvSpPr>
        <p:spPr>
          <a:xfrm>
            <a:off x="9400032" y="3474720"/>
            <a:ext cx="2170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主要輸入</a:t>
            </a:r>
            <a:endParaRPr lang="en-US" sz="1200" dirty="0"/>
          </a:p>
          <a:p>
            <a:pPr algn="ctr"/>
            <a:r>
              <a:rPr lang="zh-TW" alt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檢查事實來源</a:t>
            </a:r>
            <a:br>
              <a:rPr lang="en-US" altLang="zh-TW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altLang="zh-TW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zh-TW" alt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產品規格</a:t>
            </a:r>
            <a:r>
              <a:rPr lang="en-US" altLang="zh-TW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zh-TW" alt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競品規格</a:t>
            </a:r>
            <a:r>
              <a:rPr lang="en-US" altLang="zh-TW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7680" y="4133088"/>
            <a:ext cx="195072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6" name="Text 44"/>
          <p:cNvSpPr/>
          <p:nvPr/>
        </p:nvSpPr>
        <p:spPr>
          <a:xfrm>
            <a:off x="560832" y="4157472"/>
            <a:ext cx="1804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 策略方向</a:t>
            </a:r>
            <a:endParaRPr lang="en-US" sz="1467" dirty="0"/>
          </a:p>
        </p:txBody>
      </p:sp>
      <p:sp>
        <p:nvSpPr>
          <p:cNvPr id="47" name="Shape 45"/>
          <p:cNvSpPr/>
          <p:nvPr/>
        </p:nvSpPr>
        <p:spPr>
          <a:xfrm>
            <a:off x="2438400" y="4133088"/>
            <a:ext cx="225552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8" name="Text 46"/>
          <p:cNvSpPr/>
          <p:nvPr/>
        </p:nvSpPr>
        <p:spPr>
          <a:xfrm>
            <a:off x="2511552" y="4157472"/>
            <a:ext cx="2109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業務單位</a:t>
            </a:r>
            <a:endParaRPr lang="en-US" sz="1333" dirty="0"/>
          </a:p>
        </p:txBody>
      </p:sp>
      <p:sp>
        <p:nvSpPr>
          <p:cNvPr id="49" name="Shape 47"/>
          <p:cNvSpPr/>
          <p:nvPr/>
        </p:nvSpPr>
        <p:spPr>
          <a:xfrm>
            <a:off x="4693920" y="4133088"/>
            <a:ext cx="2499360" cy="43452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50" name="Text 48"/>
          <p:cNvSpPr/>
          <p:nvPr/>
        </p:nvSpPr>
        <p:spPr>
          <a:xfrm>
            <a:off x="4767072" y="4157472"/>
            <a:ext cx="2353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策略方向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193280" y="4133088"/>
            <a:ext cx="213360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52" name="Text 50"/>
          <p:cNvSpPr/>
          <p:nvPr/>
        </p:nvSpPr>
        <p:spPr>
          <a:xfrm>
            <a:off x="7266432" y="4157472"/>
            <a:ext cx="1987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326880" y="4133088"/>
            <a:ext cx="2316480" cy="43452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54" name="Text 52"/>
          <p:cNvSpPr/>
          <p:nvPr/>
        </p:nvSpPr>
        <p:spPr>
          <a:xfrm>
            <a:off x="9400032" y="4157472"/>
            <a:ext cx="2170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策略符合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評分依據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87680" y="4815840"/>
            <a:ext cx="1950720" cy="4345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56" name="Text 54"/>
          <p:cNvSpPr/>
          <p:nvPr/>
        </p:nvSpPr>
        <p:spPr>
          <a:xfrm>
            <a:off x="560832" y="4840224"/>
            <a:ext cx="1804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  演員參數</a:t>
            </a:r>
            <a:endParaRPr lang="en-US" sz="1467" dirty="0"/>
          </a:p>
        </p:txBody>
      </p:sp>
      <p:sp>
        <p:nvSpPr>
          <p:cNvPr id="57" name="Shape 55"/>
          <p:cNvSpPr/>
          <p:nvPr/>
        </p:nvSpPr>
        <p:spPr>
          <a:xfrm>
            <a:off x="2438400" y="4815840"/>
            <a:ext cx="2255520" cy="4345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2511552" y="4840224"/>
            <a:ext cx="2109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333" dirty="0" err="1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業務單位</a:t>
            </a:r>
            <a:endParaRPr lang="en-US" altLang="zh-TW" sz="1333" dirty="0"/>
          </a:p>
        </p:txBody>
      </p:sp>
      <p:sp>
        <p:nvSpPr>
          <p:cNvPr id="59" name="Shape 57"/>
          <p:cNvSpPr/>
          <p:nvPr/>
        </p:nvSpPr>
        <p:spPr>
          <a:xfrm>
            <a:off x="4693920" y="4815840"/>
            <a:ext cx="2499360" cy="4345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60" name="Text 58"/>
          <p:cNvSpPr/>
          <p:nvPr/>
        </p:nvSpPr>
        <p:spPr>
          <a:xfrm>
            <a:off x="4767072" y="4840224"/>
            <a:ext cx="2353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193280" y="4815840"/>
            <a:ext cx="2133600" cy="43452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62" name="Text 60"/>
          <p:cNvSpPr/>
          <p:nvPr/>
        </p:nvSpPr>
        <p:spPr>
          <a:xfrm>
            <a:off x="7266432" y="4840224"/>
            <a:ext cx="1987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主要輸入</a:t>
            </a:r>
            <a:endParaRPr lang="en-US" sz="1200" dirty="0"/>
          </a:p>
          <a:p>
            <a:pPr algn="ctr"/>
            <a:r>
              <a:rPr lang="zh-TW" alt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</a:t>
            </a:r>
            <a:r>
              <a:rPr lang="en-US" altLang="zh-TW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</a:t>
            </a:r>
            <a:r>
              <a:rPr lang="zh-TW" alt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與對話輪數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326880" y="4815840"/>
            <a:ext cx="2316480" cy="43452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64" name="Text 62"/>
          <p:cNvSpPr/>
          <p:nvPr/>
        </p:nvSpPr>
        <p:spPr>
          <a:xfrm>
            <a:off x="9400032" y="4840224"/>
            <a:ext cx="2170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87680" y="5498592"/>
            <a:ext cx="195072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66" name="Text 64"/>
          <p:cNvSpPr/>
          <p:nvPr/>
        </p:nvSpPr>
        <p:spPr>
          <a:xfrm>
            <a:off x="560832" y="5522976"/>
            <a:ext cx="1804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  評分規則</a:t>
            </a:r>
            <a:endParaRPr lang="en-US" sz="1467" dirty="0"/>
          </a:p>
        </p:txBody>
      </p:sp>
      <p:sp>
        <p:nvSpPr>
          <p:cNvPr id="67" name="Shape 65"/>
          <p:cNvSpPr/>
          <p:nvPr/>
        </p:nvSpPr>
        <p:spPr>
          <a:xfrm>
            <a:off x="2438400" y="5498592"/>
            <a:ext cx="225552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68" name="Text 66"/>
          <p:cNvSpPr/>
          <p:nvPr/>
        </p:nvSpPr>
        <p:spPr>
          <a:xfrm>
            <a:off x="2511552" y="5522976"/>
            <a:ext cx="2109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 err="1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業務單位</a:t>
            </a:r>
            <a:endParaRPr lang="en-US" sz="1333" dirty="0"/>
          </a:p>
        </p:txBody>
      </p:sp>
      <p:sp>
        <p:nvSpPr>
          <p:cNvPr id="69" name="Shape 67"/>
          <p:cNvSpPr/>
          <p:nvPr/>
        </p:nvSpPr>
        <p:spPr>
          <a:xfrm>
            <a:off x="4693920" y="5498592"/>
            <a:ext cx="249936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70" name="Text 68"/>
          <p:cNvSpPr/>
          <p:nvPr/>
        </p:nvSpPr>
        <p:spPr>
          <a:xfrm>
            <a:off x="4767072" y="5522976"/>
            <a:ext cx="2353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7193280" y="5498592"/>
            <a:ext cx="213360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72" name="Text 70"/>
          <p:cNvSpPr/>
          <p:nvPr/>
        </p:nvSpPr>
        <p:spPr>
          <a:xfrm>
            <a:off x="7266432" y="5522976"/>
            <a:ext cx="1987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326880" y="5498592"/>
            <a:ext cx="2316480" cy="43452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74" name="Text 72"/>
          <p:cNvSpPr/>
          <p:nvPr/>
        </p:nvSpPr>
        <p:spPr>
          <a:xfrm>
            <a:off x="9400032" y="5522976"/>
            <a:ext cx="2170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主要輸入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評分行為標準</a:t>
            </a:r>
            <a:endParaRPr lang="en-US" sz="1200" dirty="0"/>
          </a:p>
        </p:txBody>
      </p:sp>
      <p:sp>
        <p:nvSpPr>
          <p:cNvPr id="76" name="Shape 63">
            <a:extLst>
              <a:ext uri="{FF2B5EF4-FFF2-40B4-BE49-F238E27FC236}">
                <a16:creationId xmlns:a16="http://schemas.microsoft.com/office/drawing/2014/main" id="{FCC54076-D201-74B7-F790-266B24D93FD1}"/>
              </a:ext>
            </a:extLst>
          </p:cNvPr>
          <p:cNvSpPr/>
          <p:nvPr/>
        </p:nvSpPr>
        <p:spPr>
          <a:xfrm>
            <a:off x="487680" y="6137476"/>
            <a:ext cx="195072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77" name="Text 64">
            <a:extLst>
              <a:ext uri="{FF2B5EF4-FFF2-40B4-BE49-F238E27FC236}">
                <a16:creationId xmlns:a16="http://schemas.microsoft.com/office/drawing/2014/main" id="{2A681519-AF6D-A9BB-0B3B-B47ACC7522F7}"/>
              </a:ext>
            </a:extLst>
          </p:cNvPr>
          <p:cNvSpPr/>
          <p:nvPr/>
        </p:nvSpPr>
        <p:spPr>
          <a:xfrm>
            <a:off x="560832" y="6161860"/>
            <a:ext cx="18044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Persona_</a:t>
            </a:r>
            <a:r>
              <a:rPr lang="zh-TW" altLang="en-US" sz="1467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客戶畫像庫</a:t>
            </a:r>
            <a:endParaRPr lang="en-US" sz="1467" dirty="0"/>
          </a:p>
        </p:txBody>
      </p:sp>
      <p:sp>
        <p:nvSpPr>
          <p:cNvPr id="78" name="Shape 65">
            <a:extLst>
              <a:ext uri="{FF2B5EF4-FFF2-40B4-BE49-F238E27FC236}">
                <a16:creationId xmlns:a16="http://schemas.microsoft.com/office/drawing/2014/main" id="{873DE889-BB68-D928-7854-BA6601971049}"/>
              </a:ext>
            </a:extLst>
          </p:cNvPr>
          <p:cNvSpPr/>
          <p:nvPr/>
        </p:nvSpPr>
        <p:spPr>
          <a:xfrm>
            <a:off x="2438400" y="6137476"/>
            <a:ext cx="225552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79" name="Text 66">
            <a:extLst>
              <a:ext uri="{FF2B5EF4-FFF2-40B4-BE49-F238E27FC236}">
                <a16:creationId xmlns:a16="http://schemas.microsoft.com/office/drawing/2014/main" id="{A973DB46-FCCC-ABDE-38CB-C6DAB0A05134}"/>
              </a:ext>
            </a:extLst>
          </p:cNvPr>
          <p:cNvSpPr/>
          <p:nvPr/>
        </p:nvSpPr>
        <p:spPr>
          <a:xfrm>
            <a:off x="2511552" y="6161860"/>
            <a:ext cx="2109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 err="1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業務單位</a:t>
            </a:r>
            <a:endParaRPr lang="en-US" sz="1333" dirty="0"/>
          </a:p>
        </p:txBody>
      </p:sp>
      <p:sp>
        <p:nvSpPr>
          <p:cNvPr id="80" name="Shape 67">
            <a:extLst>
              <a:ext uri="{FF2B5EF4-FFF2-40B4-BE49-F238E27FC236}">
                <a16:creationId xmlns:a16="http://schemas.microsoft.com/office/drawing/2014/main" id="{489FEB84-728F-2E17-5729-F6D60CA01704}"/>
              </a:ext>
            </a:extLst>
          </p:cNvPr>
          <p:cNvSpPr/>
          <p:nvPr/>
        </p:nvSpPr>
        <p:spPr>
          <a:xfrm>
            <a:off x="4693920" y="6137476"/>
            <a:ext cx="249936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81" name="Text 68">
            <a:extLst>
              <a:ext uri="{FF2B5EF4-FFF2-40B4-BE49-F238E27FC236}">
                <a16:creationId xmlns:a16="http://schemas.microsoft.com/office/drawing/2014/main" id="{57627913-0998-0CAD-2696-83F575BC694C}"/>
              </a:ext>
            </a:extLst>
          </p:cNvPr>
          <p:cNvSpPr/>
          <p:nvPr/>
        </p:nvSpPr>
        <p:spPr>
          <a:xfrm>
            <a:off x="4767072" y="6161860"/>
            <a:ext cx="2353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TW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altLang="zh-TW" sz="120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主要輸入</a:t>
            </a:r>
            <a:br>
              <a:rPr lang="en-US" altLang="zh-TW" sz="1200" dirty="0"/>
            </a:br>
            <a:r>
              <a:rPr lang="en-US" altLang="zh-TW" sz="120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r>
              <a:rPr lang="en-US" altLang="zh-TW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TW" alt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角色性格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82" name="Shape 69">
            <a:extLst>
              <a:ext uri="{FF2B5EF4-FFF2-40B4-BE49-F238E27FC236}">
                <a16:creationId xmlns:a16="http://schemas.microsoft.com/office/drawing/2014/main" id="{E1031EE4-7CED-C968-00E2-43FDE953DCFD}"/>
              </a:ext>
            </a:extLst>
          </p:cNvPr>
          <p:cNvSpPr/>
          <p:nvPr/>
        </p:nvSpPr>
        <p:spPr>
          <a:xfrm>
            <a:off x="7193280" y="6137476"/>
            <a:ext cx="2133600" cy="434523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83" name="Text 70">
            <a:extLst>
              <a:ext uri="{FF2B5EF4-FFF2-40B4-BE49-F238E27FC236}">
                <a16:creationId xmlns:a16="http://schemas.microsoft.com/office/drawing/2014/main" id="{A4CB2274-419D-0531-D4AF-03C9F9521673}"/>
              </a:ext>
            </a:extLst>
          </p:cNvPr>
          <p:cNvSpPr/>
          <p:nvPr/>
        </p:nvSpPr>
        <p:spPr>
          <a:xfrm>
            <a:off x="7266432" y="6161860"/>
            <a:ext cx="1987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TW" sz="12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✅ </a:t>
            </a:r>
            <a:r>
              <a:rPr lang="en-US" altLang="zh-TW" sz="1200" b="1" dirty="0" err="1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主要輸入</a:t>
            </a:r>
            <a:endParaRPr lang="en-US" altLang="zh-TW" sz="1200" b="1" dirty="0">
              <a:solidFill>
                <a:srgbClr val="16A34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itchFamily="34" charset="-120"/>
            </a:endParaRPr>
          </a:p>
          <a:p>
            <a:pPr algn="ctr"/>
            <a:r>
              <a:rPr lang="zh-TW" altLang="en-US" sz="12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生成對話風格</a:t>
            </a:r>
            <a:endParaRPr lang="en-US" sz="1200" b="1" dirty="0">
              <a:solidFill>
                <a:srgbClr val="16A34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alibri" pitchFamily="34" charset="-120"/>
            </a:endParaRPr>
          </a:p>
        </p:txBody>
      </p:sp>
      <p:sp>
        <p:nvSpPr>
          <p:cNvPr id="84" name="Shape 71">
            <a:extLst>
              <a:ext uri="{FF2B5EF4-FFF2-40B4-BE49-F238E27FC236}">
                <a16:creationId xmlns:a16="http://schemas.microsoft.com/office/drawing/2014/main" id="{03F11264-CE9A-7FB5-BE28-C1FFB4B90D1F}"/>
              </a:ext>
            </a:extLst>
          </p:cNvPr>
          <p:cNvSpPr/>
          <p:nvPr/>
        </p:nvSpPr>
        <p:spPr>
          <a:xfrm>
            <a:off x="9326880" y="6137476"/>
            <a:ext cx="2316480" cy="434523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85" name="Text 72">
            <a:extLst>
              <a:ext uri="{FF2B5EF4-FFF2-40B4-BE49-F238E27FC236}">
                <a16:creationId xmlns:a16="http://schemas.microsoft.com/office/drawing/2014/main" id="{690F9950-1D9C-1149-4B06-A7AE19402B19}"/>
              </a:ext>
            </a:extLst>
          </p:cNvPr>
          <p:cNvSpPr/>
          <p:nvPr/>
        </p:nvSpPr>
        <p:spPr>
          <a:xfrm>
            <a:off x="9400032" y="6161860"/>
            <a:ext cx="2170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主要輸入</a:t>
            </a:r>
            <a:endParaRPr lang="en-US" sz="1200" dirty="0"/>
          </a:p>
          <a:p>
            <a:pPr algn="ctr"/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評分行為標準</a:t>
            </a:r>
            <a:endParaRPr lang="en-US" sz="1200" dirty="0"/>
          </a:p>
        </p:txBody>
      </p:sp>
      <p:sp>
        <p:nvSpPr>
          <p:cNvPr id="75" name="標題 74">
            <a:extLst>
              <a:ext uri="{FF2B5EF4-FFF2-40B4-BE49-F238E27FC236}">
                <a16:creationId xmlns:a16="http://schemas.microsoft.com/office/drawing/2014/main" id="{BE3AD9CD-43A0-1488-715B-A8B6B2E38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知識庫串聯邏輯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999744"/>
            <a:ext cx="1121664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1A2E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訪談的設計目標：讓業代的話直接成為知識庫內容</a:t>
            </a:r>
            <a:endParaRPr lang="en-US" sz="2667" dirty="0"/>
          </a:p>
        </p:txBody>
      </p:sp>
      <p:sp>
        <p:nvSpPr>
          <p:cNvPr id="5" name="Text 3"/>
          <p:cNvSpPr/>
          <p:nvPr/>
        </p:nvSpPr>
        <p:spPr>
          <a:xfrm>
            <a:off x="487680" y="1682496"/>
            <a:ext cx="5486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b="1" dirty="0">
                <a:solidFill>
                  <a:srgbClr val="1E60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訪談的四個核心問題</a:t>
            </a:r>
            <a:endParaRPr lang="en-US" sz="1667" dirty="0"/>
          </a:p>
        </p:txBody>
      </p:sp>
      <p:sp>
        <p:nvSpPr>
          <p:cNvPr id="6" name="Shape 4"/>
          <p:cNvSpPr/>
          <p:nvPr/>
        </p:nvSpPr>
        <p:spPr>
          <a:xfrm>
            <a:off x="487680" y="2170176"/>
            <a:ext cx="3718560" cy="8290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7" name="Text 5"/>
          <p:cNvSpPr/>
          <p:nvPr/>
        </p:nvSpPr>
        <p:spPr>
          <a:xfrm>
            <a:off x="609600" y="2218944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Q1：「當客戶說這句話的時候，您通常怎麼開口？」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4291584" y="2365248"/>
            <a:ext cx="1621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客戶原話（B）</a:t>
            </a:r>
            <a:endParaRPr lang="en-US" sz="1267" dirty="0"/>
          </a:p>
        </p:txBody>
      </p:sp>
      <p:sp>
        <p:nvSpPr>
          <p:cNvPr id="9" name="Shape 7"/>
          <p:cNvSpPr/>
          <p:nvPr/>
        </p:nvSpPr>
        <p:spPr>
          <a:xfrm>
            <a:off x="487680" y="3194304"/>
            <a:ext cx="3718560" cy="8290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0" name="Text 8"/>
          <p:cNvSpPr/>
          <p:nvPr/>
        </p:nvSpPr>
        <p:spPr>
          <a:xfrm>
            <a:off x="609600" y="3243072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Q2：「您會先說什麼？為什麼這樣開始？」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4291584" y="3389376"/>
            <a:ext cx="1621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回應方向（D）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487680" y="4218432"/>
            <a:ext cx="3718560" cy="8290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3" name="Text 11"/>
          <p:cNvSpPr/>
          <p:nvPr/>
        </p:nvSpPr>
        <p:spPr>
          <a:xfrm>
            <a:off x="609600" y="4267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Q3：「這樣回答的業代，哪些細節做到了？」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4291584" y="4413504"/>
            <a:ext cx="1621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高分標準（F）</a:t>
            </a:r>
            <a:endParaRPr lang="en-US" sz="1267" dirty="0"/>
          </a:p>
        </p:txBody>
      </p:sp>
      <p:sp>
        <p:nvSpPr>
          <p:cNvPr id="15" name="Shape 13"/>
          <p:cNvSpPr/>
          <p:nvPr/>
        </p:nvSpPr>
        <p:spPr>
          <a:xfrm>
            <a:off x="487680" y="5242560"/>
            <a:ext cx="3718560" cy="82905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16" name="Text 14"/>
          <p:cNvSpPr/>
          <p:nvPr/>
        </p:nvSpPr>
        <p:spPr>
          <a:xfrm>
            <a:off x="609600" y="529132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Q4：「新業代最常在這裡犯什麼錯？」</a:t>
            </a:r>
            <a:endParaRPr lang="en-US" sz="1333" dirty="0"/>
          </a:p>
        </p:txBody>
      </p:sp>
      <p:sp>
        <p:nvSpPr>
          <p:cNvPr id="17" name="Text 15"/>
          <p:cNvSpPr/>
          <p:nvPr/>
        </p:nvSpPr>
        <p:spPr>
          <a:xfrm>
            <a:off x="4291584" y="5437632"/>
            <a:ext cx="1621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低分示範（F）</a:t>
            </a:r>
            <a:endParaRPr lang="en-US" sz="1267" dirty="0"/>
          </a:p>
        </p:txBody>
      </p:sp>
      <p:sp>
        <p:nvSpPr>
          <p:cNvPr id="18" name="Shape 16"/>
          <p:cNvSpPr/>
          <p:nvPr/>
        </p:nvSpPr>
        <p:spPr>
          <a:xfrm>
            <a:off x="6156960" y="1609344"/>
            <a:ext cx="5583936" cy="456054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9" name="Shape 17"/>
          <p:cNvSpPr/>
          <p:nvPr/>
        </p:nvSpPr>
        <p:spPr>
          <a:xfrm>
            <a:off x="6156960" y="1609344"/>
            <a:ext cx="5583936" cy="51206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0" name="Text 18"/>
          <p:cNvSpPr/>
          <p:nvPr/>
        </p:nvSpPr>
        <p:spPr>
          <a:xfrm>
            <a:off x="6217920" y="1609344"/>
            <a:ext cx="54620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 KB 條目的組成（6 個 Section）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6278880" y="2340864"/>
            <a:ext cx="268224" cy="268224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2" name="Text 20"/>
          <p:cNvSpPr/>
          <p:nvPr/>
        </p:nvSpPr>
        <p:spPr>
          <a:xfrm>
            <a:off x="6632448" y="2243328"/>
            <a:ext cx="14020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6632448" y="256032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客戶類型與對練車型設定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351008" y="2365248"/>
            <a:ext cx="1048512" cy="316992"/>
          </a:xfrm>
          <a:prstGeom prst="rect">
            <a:avLst/>
          </a:prstGeom>
          <a:solidFill>
            <a:srgbClr val="1E6091">
              <a:alpha val="15000"/>
            </a:srgbClr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5" name="Text 23"/>
          <p:cNvSpPr/>
          <p:nvPr/>
        </p:nvSpPr>
        <p:spPr>
          <a:xfrm>
            <a:off x="10351008" y="2365248"/>
            <a:ext cx="104851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altLang="en-US" sz="1067" dirty="0"/>
              <a:t>智行設定</a:t>
            </a:r>
            <a:endParaRPr lang="en-US" sz="1067" dirty="0"/>
          </a:p>
        </p:txBody>
      </p:sp>
      <p:sp>
        <p:nvSpPr>
          <p:cNvPr id="26" name="Shape 24"/>
          <p:cNvSpPr/>
          <p:nvPr/>
        </p:nvSpPr>
        <p:spPr>
          <a:xfrm>
            <a:off x="6278880" y="2926080"/>
            <a:ext cx="268224" cy="268224"/>
          </a:xfrm>
          <a:prstGeom prst="ellipse">
            <a:avLst/>
          </a:prstGeom>
          <a:solidFill>
            <a:srgbClr val="E87C00"/>
          </a:solidFill>
          <a:ln w="12700">
            <a:solidFill>
              <a:srgbClr val="E87C0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7" name="Text 25"/>
          <p:cNvSpPr/>
          <p:nvPr/>
        </p:nvSpPr>
        <p:spPr>
          <a:xfrm>
            <a:off x="6632448" y="2828544"/>
            <a:ext cx="14020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8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6632448" y="314553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客戶會說的話與追加疑問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351008" y="2950464"/>
            <a:ext cx="1048512" cy="316992"/>
          </a:xfrm>
          <a:prstGeom prst="rect">
            <a:avLst/>
          </a:prstGeom>
          <a:solidFill>
            <a:srgbClr val="E87C00">
              <a:alpha val="15000"/>
            </a:srgbClr>
          </a:solidFill>
          <a:ln w="12700">
            <a:solidFill>
              <a:srgbClr val="E87C00"/>
            </a:solidFill>
            <a:prstDash val="solid"/>
          </a:ln>
        </p:spPr>
        <p:txBody>
          <a:bodyPr/>
          <a:lstStyle/>
          <a:p>
            <a:endParaRPr lang="zh-TW" alt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351008" y="2950464"/>
            <a:ext cx="104851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altLang="en-US" sz="1067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業代</a:t>
            </a:r>
            <a:r>
              <a:rPr lang="en-US" sz="1067" b="1" dirty="0" err="1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訪談</a:t>
            </a:r>
            <a:endParaRPr lang="en-US" sz="1067" dirty="0"/>
          </a:p>
        </p:txBody>
      </p:sp>
      <p:sp>
        <p:nvSpPr>
          <p:cNvPr id="31" name="Shape 29"/>
          <p:cNvSpPr/>
          <p:nvPr/>
        </p:nvSpPr>
        <p:spPr>
          <a:xfrm>
            <a:off x="6278880" y="3511296"/>
            <a:ext cx="268224" cy="2682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2" name="Text 30"/>
          <p:cNvSpPr/>
          <p:nvPr/>
        </p:nvSpPr>
        <p:spPr>
          <a:xfrm>
            <a:off x="6632448" y="3413760"/>
            <a:ext cx="14020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</a:t>
            </a:r>
            <a:endParaRPr lang="en-US" sz="1333" dirty="0"/>
          </a:p>
        </p:txBody>
      </p:sp>
      <p:sp>
        <p:nvSpPr>
          <p:cNvPr id="33" name="Text 31"/>
          <p:cNvSpPr/>
          <p:nvPr/>
        </p:nvSpPr>
        <p:spPr>
          <a:xfrm>
            <a:off x="6632448" y="373075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業代應引用的官方數據項目（勾選）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351008" y="3535680"/>
            <a:ext cx="1048512" cy="316992"/>
          </a:xfrm>
          <a:prstGeom prst="rect">
            <a:avLst/>
          </a:prstGeom>
          <a:solidFill>
            <a:srgbClr val="1E6091">
              <a:alpha val="15000"/>
            </a:srgbClr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5" name="Text 33"/>
          <p:cNvSpPr/>
          <p:nvPr/>
        </p:nvSpPr>
        <p:spPr>
          <a:xfrm>
            <a:off x="10351008" y="3535680"/>
            <a:ext cx="104851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altLang="en-US" sz="1067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業代</a:t>
            </a:r>
            <a:r>
              <a:rPr lang="en-US" altLang="zh-TW" sz="1067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&amp; </a:t>
            </a:r>
            <a:r>
              <a:rPr lang="zh-TW" altLang="en-US" sz="1067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智行</a:t>
            </a:r>
            <a:endParaRPr lang="en-US" altLang="zh-TW" sz="1067" dirty="0"/>
          </a:p>
        </p:txBody>
      </p:sp>
      <p:sp>
        <p:nvSpPr>
          <p:cNvPr id="36" name="Shape 34"/>
          <p:cNvSpPr/>
          <p:nvPr/>
        </p:nvSpPr>
        <p:spPr>
          <a:xfrm>
            <a:off x="6278880" y="4096512"/>
            <a:ext cx="268224" cy="2682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37" name="Text 35"/>
          <p:cNvSpPr/>
          <p:nvPr/>
        </p:nvSpPr>
        <p:spPr>
          <a:xfrm>
            <a:off x="6632448" y="3998976"/>
            <a:ext cx="14020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</a:t>
            </a:r>
            <a:endParaRPr lang="en-US" sz="1333" dirty="0"/>
          </a:p>
        </p:txBody>
      </p:sp>
      <p:sp>
        <p:nvSpPr>
          <p:cNvPr id="38" name="Text 36"/>
          <p:cNvSpPr/>
          <p:nvPr/>
        </p:nvSpPr>
        <p:spPr>
          <a:xfrm>
            <a:off x="6632448" y="4315968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建議回應方向與禁止說法（已預填）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351008" y="4120896"/>
            <a:ext cx="1048512" cy="316992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0" name="Text 38"/>
          <p:cNvSpPr/>
          <p:nvPr/>
        </p:nvSpPr>
        <p:spPr>
          <a:xfrm>
            <a:off x="10351008" y="4120896"/>
            <a:ext cx="104851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altLang="en-US" sz="1067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業代</a:t>
            </a:r>
            <a:r>
              <a:rPr lang="en-US" altLang="zh-TW" sz="1067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&amp; </a:t>
            </a:r>
            <a:r>
              <a:rPr lang="zh-TW" altLang="en-US" sz="1067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智行</a:t>
            </a:r>
            <a:endParaRPr lang="en-US" altLang="zh-TW" sz="1067" dirty="0"/>
          </a:p>
        </p:txBody>
      </p:sp>
      <p:sp>
        <p:nvSpPr>
          <p:cNvPr id="41" name="Shape 39"/>
          <p:cNvSpPr/>
          <p:nvPr/>
        </p:nvSpPr>
        <p:spPr>
          <a:xfrm>
            <a:off x="6278880" y="4681728"/>
            <a:ext cx="268224" cy="268224"/>
          </a:xfrm>
          <a:prstGeom prst="ellipse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2" name="Text 40"/>
          <p:cNvSpPr/>
          <p:nvPr/>
        </p:nvSpPr>
        <p:spPr>
          <a:xfrm>
            <a:off x="6632448" y="4584192"/>
            <a:ext cx="14020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</a:t>
            </a:r>
            <a:endParaRPr lang="en-US" sz="1333" dirty="0"/>
          </a:p>
        </p:txBody>
      </p:sp>
      <p:sp>
        <p:nvSpPr>
          <p:cNvPr id="43" name="Text 41"/>
          <p:cNvSpPr/>
          <p:nvPr/>
        </p:nvSpPr>
        <p:spPr>
          <a:xfrm>
            <a:off x="6632448" y="490118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客戶難度與對話輪數上限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351008" y="4706112"/>
            <a:ext cx="1048512" cy="316992"/>
          </a:xfrm>
          <a:prstGeom prst="rect">
            <a:avLst/>
          </a:prstGeom>
          <a:solidFill>
            <a:srgbClr val="1E6091">
              <a:alpha val="15000"/>
            </a:srgbClr>
          </a:solidFill>
          <a:ln w="12700">
            <a:solidFill>
              <a:srgbClr val="1E6091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5" name="Text 43"/>
          <p:cNvSpPr/>
          <p:nvPr/>
        </p:nvSpPr>
        <p:spPr>
          <a:xfrm>
            <a:off x="10351008" y="4706112"/>
            <a:ext cx="104851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altLang="en-US" sz="1067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業代</a:t>
            </a:r>
            <a:r>
              <a:rPr lang="en-US" altLang="zh-TW" sz="1067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&amp; </a:t>
            </a:r>
            <a:r>
              <a:rPr lang="zh-TW" altLang="en-US" sz="1067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智行</a:t>
            </a:r>
            <a:endParaRPr lang="en-US" altLang="zh-TW" sz="1067" dirty="0"/>
          </a:p>
        </p:txBody>
      </p:sp>
      <p:sp>
        <p:nvSpPr>
          <p:cNvPr id="46" name="Shape 44"/>
          <p:cNvSpPr/>
          <p:nvPr/>
        </p:nvSpPr>
        <p:spPr>
          <a:xfrm>
            <a:off x="6278880" y="5266944"/>
            <a:ext cx="268224" cy="268224"/>
          </a:xfrm>
          <a:prstGeom prst="ellipse">
            <a:avLst/>
          </a:prstGeom>
          <a:solidFill>
            <a:srgbClr val="E87C00"/>
          </a:solidFill>
          <a:ln w="12700">
            <a:solidFill>
              <a:srgbClr val="E87C0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7" name="Text 45"/>
          <p:cNvSpPr/>
          <p:nvPr/>
        </p:nvSpPr>
        <p:spPr>
          <a:xfrm>
            <a:off x="6632448" y="5169408"/>
            <a:ext cx="14020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E8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</a:t>
            </a:r>
            <a:endParaRPr lang="en-US" sz="1333" dirty="0"/>
          </a:p>
        </p:txBody>
      </p:sp>
      <p:sp>
        <p:nvSpPr>
          <p:cNvPr id="48" name="Text 46"/>
          <p:cNvSpPr/>
          <p:nvPr/>
        </p:nvSpPr>
        <p:spPr>
          <a:xfrm>
            <a:off x="6632448" y="548640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評分標準與示範回應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351008" y="5291328"/>
            <a:ext cx="1048512" cy="316992"/>
          </a:xfrm>
          <a:prstGeom prst="rect">
            <a:avLst/>
          </a:prstGeom>
          <a:solidFill>
            <a:srgbClr val="E87C00">
              <a:alpha val="15000"/>
            </a:srgbClr>
          </a:solidFill>
          <a:ln w="12700">
            <a:solidFill>
              <a:srgbClr val="E87C00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50" name="Text 48"/>
          <p:cNvSpPr/>
          <p:nvPr/>
        </p:nvSpPr>
        <p:spPr>
          <a:xfrm>
            <a:off x="10351008" y="5291328"/>
            <a:ext cx="1048512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TW" altLang="en-US" sz="1067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業代</a:t>
            </a:r>
            <a:r>
              <a:rPr lang="en-US" altLang="zh-TW" sz="1067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&amp; </a:t>
            </a:r>
            <a:r>
              <a:rPr lang="zh-TW" altLang="en-US" sz="1067" b="1" dirty="0">
                <a:solidFill>
                  <a:srgbClr val="E87C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智行</a:t>
            </a:r>
            <a:endParaRPr lang="en-US" altLang="zh-TW" sz="1067" dirty="0"/>
          </a:p>
        </p:txBody>
      </p:sp>
      <p:sp>
        <p:nvSpPr>
          <p:cNvPr id="53" name="標題 52">
            <a:extLst>
              <a:ext uri="{FF2B5EF4-FFF2-40B4-BE49-F238E27FC236}">
                <a16:creationId xmlns:a16="http://schemas.microsoft.com/office/drawing/2014/main" id="{B4F23BBB-94B8-866A-7532-362FF700B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知識庫串聯邏輯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LG">
  <a:themeElements>
    <a:clrScheme name="對比色系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6001C"/>
      </a:accent1>
      <a:accent2>
        <a:srgbClr val="E57751"/>
      </a:accent2>
      <a:accent3>
        <a:srgbClr val="89AF98"/>
      </a:accent3>
      <a:accent4>
        <a:srgbClr val="66CC99"/>
      </a:accent4>
      <a:accent5>
        <a:srgbClr val="229966"/>
      </a:accent5>
      <a:accent6>
        <a:srgbClr val="33663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LG" id="{E8F8B773-09AD-4A19-8276-BC3CB22E3971}" vid="{3F094EF8-CBBB-466F-896A-F6F3BDBA83D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YLG</Template>
  <TotalTime>43</TotalTime>
  <Words>437</Words>
  <Application>Microsoft Office PowerPoint</Application>
  <PresentationFormat>寬螢幕</PresentationFormat>
  <Paragraphs>138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微軟正黑體</vt:lpstr>
      <vt:lpstr>微軟正黑體</vt:lpstr>
      <vt:lpstr>Aptos</vt:lpstr>
      <vt:lpstr>Arial</vt:lpstr>
      <vt:lpstr>Calibri</vt:lpstr>
      <vt:lpstr>Wingdings</vt:lpstr>
      <vt:lpstr>YLG</vt:lpstr>
      <vt:lpstr>對練助手_使用者看到的流程</vt:lpstr>
      <vt:lpstr>對練助手由三個獨立模組組成</vt:lpstr>
      <vt:lpstr>知識庫串聯邏輯</vt:lpstr>
      <vt:lpstr>知識庫串聯邏輯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方心妤(總管理處)</dc:creator>
  <cp:lastModifiedBy>方心妤(總管理處)</cp:lastModifiedBy>
  <cp:revision>1</cp:revision>
  <dcterms:created xsi:type="dcterms:W3CDTF">2026-05-28T02:43:05Z</dcterms:created>
  <dcterms:modified xsi:type="dcterms:W3CDTF">2026-05-28T05:54:46Z</dcterms:modified>
</cp:coreProperties>
</file>